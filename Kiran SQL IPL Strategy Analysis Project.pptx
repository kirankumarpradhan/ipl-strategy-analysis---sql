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Newsreader"/>
      <p:regular r:id="rId33"/>
      <p:bold r:id="rId34"/>
      <p:italic r:id="rId35"/>
      <p:boldItalic r:id="rId36"/>
    </p:embeddedFont>
    <p:embeddedFont>
      <p:font typeface="DM Sans Light"/>
      <p:regular r:id="rId37"/>
      <p:bold r:id="rId38"/>
      <p:italic r:id="rId39"/>
      <p:boldItalic r:id="rId40"/>
    </p:embeddedFont>
    <p:embeddedFont>
      <p:font typeface="DM Sans SemiBold"/>
      <p:regular r:id="rId41"/>
      <p:bold r:id="rId42"/>
      <p:italic r:id="rId43"/>
      <p:boldItalic r:id="rId44"/>
    </p:embeddedFont>
    <p:embeddedFont>
      <p:font typeface="DM Sans"/>
      <p:regular r:id="rId45"/>
      <p:bold r:id="rId46"/>
      <p:italic r:id="rId47"/>
      <p:boldItalic r:id="rId48"/>
    </p:embeddedFont>
    <p:embeddedFont>
      <p:font typeface="Newsreader SemiBold"/>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3" roundtripDataSignature="AMtx7miGvmumyMb5uFBDP90fOEImq7pr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Light-boldItalic.fntdata"/><Relationship Id="rId42" Type="http://schemas.openxmlformats.org/officeDocument/2006/relationships/font" Target="fonts/DMSansSemiBold-bold.fntdata"/><Relationship Id="rId41" Type="http://schemas.openxmlformats.org/officeDocument/2006/relationships/font" Target="fonts/DMSansSemiBold-regular.fntdata"/><Relationship Id="rId44" Type="http://schemas.openxmlformats.org/officeDocument/2006/relationships/font" Target="fonts/DMSansSemiBold-boldItalic.fntdata"/><Relationship Id="rId43" Type="http://schemas.openxmlformats.org/officeDocument/2006/relationships/font" Target="fonts/DMSansSemiBold-italic.fntdata"/><Relationship Id="rId46" Type="http://schemas.openxmlformats.org/officeDocument/2006/relationships/font" Target="fonts/DMSans-bold.fntdata"/><Relationship Id="rId45" Type="http://schemas.openxmlformats.org/officeDocument/2006/relationships/font" Target="fonts/DM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DMSans-boldItalic.fntdata"/><Relationship Id="rId47" Type="http://schemas.openxmlformats.org/officeDocument/2006/relationships/font" Target="fonts/DMSans-italic.fntdata"/><Relationship Id="rId49" Type="http://schemas.openxmlformats.org/officeDocument/2006/relationships/font" Target="fonts/NewsreaderSemiBo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Newsreader-regular.fntdata"/><Relationship Id="rId32" Type="http://schemas.openxmlformats.org/officeDocument/2006/relationships/slide" Target="slides/slide27.xml"/><Relationship Id="rId35" Type="http://schemas.openxmlformats.org/officeDocument/2006/relationships/font" Target="fonts/Newsreader-italic.fntdata"/><Relationship Id="rId34" Type="http://schemas.openxmlformats.org/officeDocument/2006/relationships/font" Target="fonts/Newsreader-bold.fntdata"/><Relationship Id="rId37" Type="http://schemas.openxmlformats.org/officeDocument/2006/relationships/font" Target="fonts/DMSansLight-regular.fntdata"/><Relationship Id="rId36" Type="http://schemas.openxmlformats.org/officeDocument/2006/relationships/font" Target="fonts/Newsreader-boldItalic.fntdata"/><Relationship Id="rId39" Type="http://schemas.openxmlformats.org/officeDocument/2006/relationships/font" Target="fonts/DMSansLight-italic.fntdata"/><Relationship Id="rId38" Type="http://schemas.openxmlformats.org/officeDocument/2006/relationships/font" Target="fonts/DMSansLight-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NewsreaderSemiBold-italic.fntdata"/><Relationship Id="rId50" Type="http://schemas.openxmlformats.org/officeDocument/2006/relationships/font" Target="fonts/NewsreaderSemiBold-bold.fntdata"/><Relationship Id="rId53" Type="http://customschemas.google.com/relationships/presentationmetadata" Target="metadata"/><Relationship Id="rId52" Type="http://schemas.openxmlformats.org/officeDocument/2006/relationships/font" Target="fonts/Newsreader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7" name="Google Shape;5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2" name="Google Shape;61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6" name="Google Shape;62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9" name="Google Shape;63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9" name="Shape 9"/>
        <p:cNvGrpSpPr/>
        <p:nvPr/>
      </p:nvGrpSpPr>
      <p:grpSpPr>
        <a:xfrm>
          <a:off x="0" y="0"/>
          <a:ext cx="0" cy="0"/>
          <a:chOff x="0" y="0"/>
          <a:chExt cx="0" cy="0"/>
        </a:xfrm>
      </p:grpSpPr>
      <p:sp>
        <p:nvSpPr>
          <p:cNvPr id="10" name="Google Shape;10;p29"/>
          <p:cNvSpPr/>
          <p:nvPr>
            <p:ph idx="2" type="pic"/>
          </p:nvPr>
        </p:nvSpPr>
        <p:spPr>
          <a:xfrm>
            <a:off x="4587725" y="-8750"/>
            <a:ext cx="4572000" cy="5152200"/>
          </a:xfrm>
          <a:prstGeom prst="rect">
            <a:avLst/>
          </a:prstGeom>
          <a:noFill/>
          <a:ln>
            <a:noFill/>
          </a:ln>
        </p:spPr>
      </p:sp>
      <p:sp>
        <p:nvSpPr>
          <p:cNvPr id="11" name="Google Shape;11;p29"/>
          <p:cNvSpPr txBox="1"/>
          <p:nvPr>
            <p:ph type="title"/>
          </p:nvPr>
        </p:nvSpPr>
        <p:spPr>
          <a:xfrm>
            <a:off x="361975" y="923525"/>
            <a:ext cx="3860100" cy="5877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3000"/>
              <a:buNone/>
              <a:defRPr sz="4200">
                <a:solidFill>
                  <a:schemeClr val="dk1"/>
                </a:solidFill>
              </a:defRPr>
            </a:lvl1pPr>
            <a:lvl2pPr lvl="1" algn="ctr">
              <a:lnSpc>
                <a:spcPct val="115000"/>
              </a:lnSpc>
              <a:spcBef>
                <a:spcPts val="0"/>
              </a:spcBef>
              <a:spcAft>
                <a:spcPts val="0"/>
              </a:spcAft>
              <a:buSzPts val="1400"/>
              <a:buNone/>
              <a:defRPr>
                <a:solidFill>
                  <a:schemeClr val="dk1"/>
                </a:solidFill>
              </a:defRPr>
            </a:lvl2pPr>
            <a:lvl3pPr lvl="2" algn="ctr">
              <a:lnSpc>
                <a:spcPct val="115000"/>
              </a:lnSpc>
              <a:spcBef>
                <a:spcPts val="0"/>
              </a:spcBef>
              <a:spcAft>
                <a:spcPts val="0"/>
              </a:spcAft>
              <a:buSzPts val="1400"/>
              <a:buNone/>
              <a:defRPr>
                <a:solidFill>
                  <a:schemeClr val="dk1"/>
                </a:solidFill>
              </a:defRPr>
            </a:lvl3pPr>
            <a:lvl4pPr lvl="3" algn="ctr">
              <a:lnSpc>
                <a:spcPct val="115000"/>
              </a:lnSpc>
              <a:spcBef>
                <a:spcPts val="0"/>
              </a:spcBef>
              <a:spcAft>
                <a:spcPts val="0"/>
              </a:spcAft>
              <a:buSzPts val="1400"/>
              <a:buNone/>
              <a:defRPr>
                <a:solidFill>
                  <a:schemeClr val="dk1"/>
                </a:solidFill>
              </a:defRPr>
            </a:lvl4pPr>
            <a:lvl5pPr lvl="4" algn="ctr">
              <a:lnSpc>
                <a:spcPct val="115000"/>
              </a:lnSpc>
              <a:spcBef>
                <a:spcPts val="0"/>
              </a:spcBef>
              <a:spcAft>
                <a:spcPts val="0"/>
              </a:spcAft>
              <a:buSzPts val="1400"/>
              <a:buNone/>
              <a:defRPr>
                <a:solidFill>
                  <a:schemeClr val="dk1"/>
                </a:solidFill>
              </a:defRPr>
            </a:lvl5pPr>
            <a:lvl6pPr lvl="5" algn="ctr">
              <a:lnSpc>
                <a:spcPct val="115000"/>
              </a:lnSpc>
              <a:spcBef>
                <a:spcPts val="0"/>
              </a:spcBef>
              <a:spcAft>
                <a:spcPts val="0"/>
              </a:spcAft>
              <a:buSzPts val="1400"/>
              <a:buNone/>
              <a:defRPr>
                <a:solidFill>
                  <a:schemeClr val="dk1"/>
                </a:solidFill>
              </a:defRPr>
            </a:lvl6pPr>
            <a:lvl7pPr lvl="6" algn="ctr">
              <a:lnSpc>
                <a:spcPct val="115000"/>
              </a:lnSpc>
              <a:spcBef>
                <a:spcPts val="0"/>
              </a:spcBef>
              <a:spcAft>
                <a:spcPts val="0"/>
              </a:spcAft>
              <a:buSzPts val="1400"/>
              <a:buNone/>
              <a:defRPr>
                <a:solidFill>
                  <a:schemeClr val="dk1"/>
                </a:solidFill>
              </a:defRPr>
            </a:lvl7pPr>
            <a:lvl8pPr lvl="7" algn="ctr">
              <a:lnSpc>
                <a:spcPct val="115000"/>
              </a:lnSpc>
              <a:spcBef>
                <a:spcPts val="0"/>
              </a:spcBef>
              <a:spcAft>
                <a:spcPts val="0"/>
              </a:spcAft>
              <a:buSzPts val="1400"/>
              <a:buNone/>
              <a:defRPr>
                <a:solidFill>
                  <a:schemeClr val="dk1"/>
                </a:solidFill>
              </a:defRPr>
            </a:lvl8pPr>
            <a:lvl9pPr lvl="8" algn="ctr">
              <a:lnSpc>
                <a:spcPct val="115000"/>
              </a:lnSpc>
              <a:spcBef>
                <a:spcPts val="0"/>
              </a:spcBef>
              <a:spcAft>
                <a:spcPts val="0"/>
              </a:spcAft>
              <a:buSzPts val="1400"/>
              <a:buNone/>
              <a:defRPr>
                <a:solidFill>
                  <a:schemeClr val="dk1"/>
                </a:solidFill>
              </a:defRPr>
            </a:lvl9pPr>
          </a:lstStyle>
          <a:p/>
        </p:txBody>
      </p:sp>
      <p:sp>
        <p:nvSpPr>
          <p:cNvPr id="12" name="Google Shape;12;p29"/>
          <p:cNvSpPr txBox="1"/>
          <p:nvPr>
            <p:ph idx="1" type="subTitle"/>
          </p:nvPr>
        </p:nvSpPr>
        <p:spPr>
          <a:xfrm>
            <a:off x="361975" y="255533"/>
            <a:ext cx="3860100" cy="377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Font typeface="Newsreader"/>
              <a:buNone/>
              <a:defRPr>
                <a:solidFill>
                  <a:schemeClr val="dk1"/>
                </a:solidFill>
              </a:defRPr>
            </a:lvl2pPr>
            <a:lvl3pPr lvl="2" algn="l">
              <a:lnSpc>
                <a:spcPct val="115000"/>
              </a:lnSpc>
              <a:spcBef>
                <a:spcPts val="0"/>
              </a:spcBef>
              <a:spcAft>
                <a:spcPts val="0"/>
              </a:spcAft>
              <a:buClr>
                <a:schemeClr val="dk1"/>
              </a:buClr>
              <a:buSzPts val="1400"/>
              <a:buFont typeface="Newsreader"/>
              <a:buNone/>
              <a:defRPr>
                <a:solidFill>
                  <a:schemeClr val="dk1"/>
                </a:solidFill>
              </a:defRPr>
            </a:lvl3pPr>
            <a:lvl4pPr lvl="3" algn="l">
              <a:lnSpc>
                <a:spcPct val="115000"/>
              </a:lnSpc>
              <a:spcBef>
                <a:spcPts val="0"/>
              </a:spcBef>
              <a:spcAft>
                <a:spcPts val="0"/>
              </a:spcAft>
              <a:buClr>
                <a:schemeClr val="dk1"/>
              </a:buClr>
              <a:buSzPts val="1400"/>
              <a:buFont typeface="Newsreader"/>
              <a:buNone/>
              <a:defRPr>
                <a:solidFill>
                  <a:schemeClr val="dk1"/>
                </a:solidFill>
              </a:defRPr>
            </a:lvl4pPr>
            <a:lvl5pPr lvl="4" algn="l">
              <a:lnSpc>
                <a:spcPct val="115000"/>
              </a:lnSpc>
              <a:spcBef>
                <a:spcPts val="0"/>
              </a:spcBef>
              <a:spcAft>
                <a:spcPts val="0"/>
              </a:spcAft>
              <a:buClr>
                <a:schemeClr val="dk1"/>
              </a:buClr>
              <a:buSzPts val="1400"/>
              <a:buFont typeface="Newsreader"/>
              <a:buNone/>
              <a:defRPr>
                <a:solidFill>
                  <a:schemeClr val="dk1"/>
                </a:solidFill>
              </a:defRPr>
            </a:lvl5pPr>
            <a:lvl6pPr lvl="5" algn="l">
              <a:lnSpc>
                <a:spcPct val="115000"/>
              </a:lnSpc>
              <a:spcBef>
                <a:spcPts val="0"/>
              </a:spcBef>
              <a:spcAft>
                <a:spcPts val="0"/>
              </a:spcAft>
              <a:buClr>
                <a:schemeClr val="dk1"/>
              </a:buClr>
              <a:buSzPts val="1400"/>
              <a:buFont typeface="Newsreader"/>
              <a:buNone/>
              <a:defRPr>
                <a:solidFill>
                  <a:schemeClr val="dk1"/>
                </a:solidFill>
              </a:defRPr>
            </a:lvl6pPr>
            <a:lvl7pPr lvl="6" algn="l">
              <a:lnSpc>
                <a:spcPct val="115000"/>
              </a:lnSpc>
              <a:spcBef>
                <a:spcPts val="0"/>
              </a:spcBef>
              <a:spcAft>
                <a:spcPts val="0"/>
              </a:spcAft>
              <a:buClr>
                <a:schemeClr val="dk1"/>
              </a:buClr>
              <a:buSzPts val="1400"/>
              <a:buFont typeface="Newsreader"/>
              <a:buNone/>
              <a:defRPr>
                <a:solidFill>
                  <a:schemeClr val="dk1"/>
                </a:solidFill>
              </a:defRPr>
            </a:lvl7pPr>
            <a:lvl8pPr lvl="7" algn="l">
              <a:lnSpc>
                <a:spcPct val="115000"/>
              </a:lnSpc>
              <a:spcBef>
                <a:spcPts val="0"/>
              </a:spcBef>
              <a:spcAft>
                <a:spcPts val="0"/>
              </a:spcAft>
              <a:buClr>
                <a:schemeClr val="dk1"/>
              </a:buClr>
              <a:buSzPts val="1400"/>
              <a:buFont typeface="Newsreader"/>
              <a:buNone/>
              <a:defRPr>
                <a:solidFill>
                  <a:schemeClr val="dk1"/>
                </a:solidFill>
              </a:defRPr>
            </a:lvl8pPr>
            <a:lvl9pPr lvl="8" algn="l">
              <a:lnSpc>
                <a:spcPct val="115000"/>
              </a:lnSpc>
              <a:spcBef>
                <a:spcPts val="0"/>
              </a:spcBef>
              <a:spcAft>
                <a:spcPts val="0"/>
              </a:spcAft>
              <a:buClr>
                <a:schemeClr val="dk1"/>
              </a:buClr>
              <a:buSzPts val="1400"/>
              <a:buFont typeface="Newsreader"/>
              <a:buNone/>
              <a:defRPr>
                <a:solidFill>
                  <a:schemeClr val="dk1"/>
                </a:solidFill>
              </a:defRPr>
            </a:lvl9pPr>
          </a:lstStyle>
          <a:p/>
        </p:txBody>
      </p:sp>
      <p:sp>
        <p:nvSpPr>
          <p:cNvPr id="13" name="Google Shape;13;p29"/>
          <p:cNvSpPr txBox="1"/>
          <p:nvPr>
            <p:ph idx="3" type="body"/>
          </p:nvPr>
        </p:nvSpPr>
        <p:spPr>
          <a:xfrm>
            <a:off x="547575" y="3337797"/>
            <a:ext cx="3492600" cy="1327500"/>
          </a:xfrm>
          <a:prstGeom prst="rect">
            <a:avLst/>
          </a:prstGeom>
          <a:noFill/>
          <a:ln>
            <a:noFill/>
          </a:ln>
        </p:spPr>
        <p:txBody>
          <a:bodyPr anchorCtr="0" anchor="b" bIns="91425" lIns="91425" spcFirstLastPara="1" rIns="91425" wrap="square" tIns="91425">
            <a:noAutofit/>
          </a:bodyPr>
          <a:lstStyle>
            <a:lvl1pPr indent="-292100" lvl="0" marL="457200" algn="ctr">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 name="Shape 14"/>
        <p:cNvGrpSpPr/>
        <p:nvPr/>
      </p:nvGrpSpPr>
      <p:grpSpPr>
        <a:xfrm>
          <a:off x="0" y="0"/>
          <a:ext cx="0" cy="0"/>
          <a:chOff x="0" y="0"/>
          <a:chExt cx="0" cy="0"/>
        </a:xfrm>
      </p:grpSpPr>
      <p:sp>
        <p:nvSpPr>
          <p:cNvPr id="15" name="Google Shape;15;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 name="Google Shape;17;p30"/>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solidFill>
                  <a:schemeClr val="dk1"/>
                </a:solidFill>
              </a:defRPr>
            </a:lvl1pPr>
            <a:lvl2pPr lvl="1" algn="l">
              <a:lnSpc>
                <a:spcPct val="100000"/>
              </a:lnSpc>
              <a:spcBef>
                <a:spcPts val="0"/>
              </a:spcBef>
              <a:spcAft>
                <a:spcPts val="0"/>
              </a:spcAft>
              <a:buSzPts val="1400"/>
              <a:buNone/>
              <a:defRPr sz="2500">
                <a:solidFill>
                  <a:schemeClr val="dk1"/>
                </a:solidFill>
              </a:defRPr>
            </a:lvl2pPr>
            <a:lvl3pPr lvl="2" algn="l">
              <a:lnSpc>
                <a:spcPct val="100000"/>
              </a:lnSpc>
              <a:spcBef>
                <a:spcPts val="0"/>
              </a:spcBef>
              <a:spcAft>
                <a:spcPts val="0"/>
              </a:spcAft>
              <a:buSzPts val="1400"/>
              <a:buNone/>
              <a:defRPr sz="2500">
                <a:solidFill>
                  <a:schemeClr val="dk1"/>
                </a:solidFill>
              </a:defRPr>
            </a:lvl3pPr>
            <a:lvl4pPr lvl="3" algn="l">
              <a:lnSpc>
                <a:spcPct val="100000"/>
              </a:lnSpc>
              <a:spcBef>
                <a:spcPts val="0"/>
              </a:spcBef>
              <a:spcAft>
                <a:spcPts val="0"/>
              </a:spcAft>
              <a:buSzPts val="1400"/>
              <a:buNone/>
              <a:defRPr sz="2500">
                <a:solidFill>
                  <a:schemeClr val="dk1"/>
                </a:solidFill>
              </a:defRPr>
            </a:lvl4pPr>
            <a:lvl5pPr lvl="4" algn="l">
              <a:lnSpc>
                <a:spcPct val="100000"/>
              </a:lnSpc>
              <a:spcBef>
                <a:spcPts val="0"/>
              </a:spcBef>
              <a:spcAft>
                <a:spcPts val="0"/>
              </a:spcAft>
              <a:buSzPts val="1400"/>
              <a:buNone/>
              <a:defRPr sz="2500">
                <a:solidFill>
                  <a:schemeClr val="dk1"/>
                </a:solidFill>
              </a:defRPr>
            </a:lvl5pPr>
            <a:lvl6pPr lvl="5" algn="l">
              <a:lnSpc>
                <a:spcPct val="100000"/>
              </a:lnSpc>
              <a:spcBef>
                <a:spcPts val="0"/>
              </a:spcBef>
              <a:spcAft>
                <a:spcPts val="0"/>
              </a:spcAft>
              <a:buSzPts val="1400"/>
              <a:buNone/>
              <a:defRPr sz="2500">
                <a:solidFill>
                  <a:schemeClr val="dk1"/>
                </a:solidFill>
              </a:defRPr>
            </a:lvl6pPr>
            <a:lvl7pPr lvl="6" algn="l">
              <a:lnSpc>
                <a:spcPct val="100000"/>
              </a:lnSpc>
              <a:spcBef>
                <a:spcPts val="0"/>
              </a:spcBef>
              <a:spcAft>
                <a:spcPts val="0"/>
              </a:spcAft>
              <a:buSzPts val="1400"/>
              <a:buNone/>
              <a:defRPr sz="2500">
                <a:solidFill>
                  <a:schemeClr val="dk1"/>
                </a:solidFill>
              </a:defRPr>
            </a:lvl7pPr>
            <a:lvl8pPr lvl="7" algn="l">
              <a:lnSpc>
                <a:spcPct val="100000"/>
              </a:lnSpc>
              <a:spcBef>
                <a:spcPts val="0"/>
              </a:spcBef>
              <a:spcAft>
                <a:spcPts val="0"/>
              </a:spcAft>
              <a:buSzPts val="1400"/>
              <a:buNone/>
              <a:defRPr sz="2500">
                <a:solidFill>
                  <a:schemeClr val="dk1"/>
                </a:solidFill>
              </a:defRPr>
            </a:lvl8pPr>
            <a:lvl9pPr lvl="8" algn="l">
              <a:lnSpc>
                <a:spcPct val="100000"/>
              </a:lnSpc>
              <a:spcBef>
                <a:spcPts val="0"/>
              </a:spcBef>
              <a:spcAft>
                <a:spcPts val="0"/>
              </a:spcAft>
              <a:buSzPts val="1400"/>
              <a:buNone/>
              <a:defRPr sz="2500">
                <a:solidFill>
                  <a:schemeClr val="dk1"/>
                </a:solidFill>
              </a:defRPr>
            </a:lvl9pPr>
          </a:lstStyle>
          <a:p/>
        </p:txBody>
      </p:sp>
      <p:sp>
        <p:nvSpPr>
          <p:cNvPr id="18" name="Google Shape;18;p30"/>
          <p:cNvSpPr/>
          <p:nvPr>
            <p:ph idx="2" type="pic"/>
          </p:nvPr>
        </p:nvSpPr>
        <p:spPr>
          <a:xfrm>
            <a:off x="1442350" y="3492500"/>
            <a:ext cx="408900" cy="408900"/>
          </a:xfrm>
          <a:prstGeom prst="ellipse">
            <a:avLst/>
          </a:prstGeom>
          <a:noFill/>
          <a:ln>
            <a:noFill/>
          </a:ln>
        </p:spPr>
      </p:sp>
      <p:sp>
        <p:nvSpPr>
          <p:cNvPr id="19" name="Google Shape;19;p30"/>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20" name="Google Shape;20;p30"/>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21" name="Shape 21"/>
        <p:cNvGrpSpPr/>
        <p:nvPr/>
      </p:nvGrpSpPr>
      <p:grpSpPr>
        <a:xfrm>
          <a:off x="0" y="0"/>
          <a:ext cx="0" cy="0"/>
          <a:chOff x="0" y="0"/>
          <a:chExt cx="0" cy="0"/>
        </a:xfrm>
      </p:grpSpPr>
      <p:sp>
        <p:nvSpPr>
          <p:cNvPr id="22" name="Google Shape;22;p31"/>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3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25" name="Shape 25"/>
        <p:cNvGrpSpPr/>
        <p:nvPr/>
      </p:nvGrpSpPr>
      <p:grpSpPr>
        <a:xfrm>
          <a:off x="0" y="0"/>
          <a:ext cx="0" cy="0"/>
          <a:chOff x="0" y="0"/>
          <a:chExt cx="0" cy="0"/>
        </a:xfrm>
      </p:grpSpPr>
      <p:sp>
        <p:nvSpPr>
          <p:cNvPr id="26" name="Google Shape;26;p32"/>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 name="Google Shape;2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3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29" name="Google Shape;29;p32"/>
          <p:cNvSpPr txBox="1"/>
          <p:nvPr>
            <p:ph idx="2" type="subTitle"/>
          </p:nvPr>
        </p:nvSpPr>
        <p:spPr>
          <a:xfrm>
            <a:off x="362125"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 name="Google Shape;30;p32"/>
          <p:cNvSpPr txBox="1"/>
          <p:nvPr>
            <p:ph idx="3" type="subTitle"/>
          </p:nvPr>
        </p:nvSpPr>
        <p:spPr>
          <a:xfrm>
            <a:off x="3154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 name="Google Shape;31;p32"/>
          <p:cNvSpPr txBox="1"/>
          <p:nvPr>
            <p:ph idx="4" type="subTitle"/>
          </p:nvPr>
        </p:nvSpPr>
        <p:spPr>
          <a:xfrm>
            <a:off x="6216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 name="Google Shape;32;p32"/>
          <p:cNvSpPr txBox="1"/>
          <p:nvPr>
            <p:ph idx="5" type="subTitle"/>
          </p:nvPr>
        </p:nvSpPr>
        <p:spPr>
          <a:xfrm>
            <a:off x="362125" y="2206700"/>
            <a:ext cx="2575800" cy="1248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33" name="Shape 33"/>
        <p:cNvGrpSpPr/>
        <p:nvPr/>
      </p:nvGrpSpPr>
      <p:grpSpPr>
        <a:xfrm>
          <a:off x="0" y="0"/>
          <a:ext cx="0" cy="0"/>
          <a:chOff x="0" y="0"/>
          <a:chExt cx="0" cy="0"/>
        </a:xfrm>
      </p:grpSpPr>
      <p:sp>
        <p:nvSpPr>
          <p:cNvPr id="34" name="Google Shape;34;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33"/>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36" name="Google Shape;36;p33"/>
          <p:cNvSpPr txBox="1"/>
          <p:nvPr>
            <p:ph idx="1"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7" name="Google Shape;37;p33"/>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38" name="Shape 38"/>
        <p:cNvGrpSpPr/>
        <p:nvPr/>
      </p:nvGrpSpPr>
      <p:grpSpPr>
        <a:xfrm>
          <a:off x="0" y="0"/>
          <a:ext cx="0" cy="0"/>
          <a:chOff x="0" y="0"/>
          <a:chExt cx="0" cy="0"/>
        </a:xfrm>
      </p:grpSpPr>
      <p:sp>
        <p:nvSpPr>
          <p:cNvPr id="39" name="Google Shape;39;p34"/>
          <p:cNvSpPr txBox="1"/>
          <p:nvPr>
            <p:ph idx="1" type="subTitle"/>
          </p:nvPr>
        </p:nvSpPr>
        <p:spPr>
          <a:xfrm>
            <a:off x="3619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0" name="Google Shape;40;p34"/>
          <p:cNvSpPr txBox="1"/>
          <p:nvPr>
            <p:ph type="title"/>
          </p:nvPr>
        </p:nvSpPr>
        <p:spPr>
          <a:xfrm>
            <a:off x="361975" y="962100"/>
            <a:ext cx="4163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41" name="Google Shape;41;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34"/>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43" name="Google Shape;43;p34"/>
          <p:cNvSpPr txBox="1"/>
          <p:nvPr>
            <p:ph idx="3" type="subTitle"/>
          </p:nvPr>
        </p:nvSpPr>
        <p:spPr>
          <a:xfrm>
            <a:off x="49096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4" name="Google Shape;44;p34"/>
          <p:cNvSpPr txBox="1"/>
          <p:nvPr>
            <p:ph idx="4" type="subTitle"/>
          </p:nvPr>
        </p:nvSpPr>
        <p:spPr>
          <a:xfrm>
            <a:off x="3619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5" name="Google Shape;45;p34"/>
          <p:cNvSpPr txBox="1"/>
          <p:nvPr>
            <p:ph idx="5" type="subTitle"/>
          </p:nvPr>
        </p:nvSpPr>
        <p:spPr>
          <a:xfrm>
            <a:off x="49096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6" name="Google Shape;46;p34"/>
          <p:cNvSpPr txBox="1"/>
          <p:nvPr>
            <p:ph idx="6" type="subTitle"/>
          </p:nvPr>
        </p:nvSpPr>
        <p:spPr>
          <a:xfrm>
            <a:off x="3619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7" name="Google Shape;47;p34"/>
          <p:cNvSpPr txBox="1"/>
          <p:nvPr>
            <p:ph idx="7" type="subTitle"/>
          </p:nvPr>
        </p:nvSpPr>
        <p:spPr>
          <a:xfrm>
            <a:off x="49096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48" name="Shape 48"/>
        <p:cNvGrpSpPr/>
        <p:nvPr/>
      </p:nvGrpSpPr>
      <p:grpSpPr>
        <a:xfrm>
          <a:off x="0" y="0"/>
          <a:ext cx="0" cy="0"/>
          <a:chOff x="0" y="0"/>
          <a:chExt cx="0" cy="0"/>
        </a:xfrm>
      </p:grpSpPr>
      <p:sp>
        <p:nvSpPr>
          <p:cNvPr id="49" name="Google Shape;49;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50" name="Google Shape;50;p3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1" name="Google Shape;51;p35"/>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52" name="Google Shape;52;p35"/>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3" name="Google Shape;53;p35"/>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35"/>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5" name="Google Shape;55;p35"/>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35"/>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35"/>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58" name="Google Shape;58;p35"/>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59" name="Shape 59"/>
        <p:cNvGrpSpPr/>
        <p:nvPr/>
      </p:nvGrpSpPr>
      <p:grpSpPr>
        <a:xfrm>
          <a:off x="0" y="0"/>
          <a:ext cx="0" cy="0"/>
          <a:chOff x="0" y="0"/>
          <a:chExt cx="0" cy="0"/>
        </a:xfrm>
      </p:grpSpPr>
      <p:sp>
        <p:nvSpPr>
          <p:cNvPr id="60" name="Google Shape;60;p3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1" name="Google Shape;61;p36"/>
          <p:cNvSpPr txBox="1"/>
          <p:nvPr>
            <p:ph idx="2" type="body"/>
          </p:nvPr>
        </p:nvSpPr>
        <p:spPr>
          <a:xfrm>
            <a:off x="4845475" y="99868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2" name="Google Shape;62;p36"/>
          <p:cNvSpPr txBox="1"/>
          <p:nvPr>
            <p:ph idx="3" type="subTitle"/>
          </p:nvPr>
        </p:nvSpPr>
        <p:spPr>
          <a:xfrm>
            <a:off x="4845475" y="66604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36"/>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36"/>
          <p:cNvSpPr txBox="1"/>
          <p:nvPr>
            <p:ph idx="4"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 name="Google Shape;65;p36"/>
          <p:cNvSpPr txBox="1"/>
          <p:nvPr>
            <p:ph idx="5" type="body"/>
          </p:nvPr>
        </p:nvSpPr>
        <p:spPr>
          <a:xfrm>
            <a:off x="4845475" y="392743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66" name="Google Shape;66;p36"/>
          <p:cNvSpPr txBox="1"/>
          <p:nvPr>
            <p:ph idx="6" type="subTitle"/>
          </p:nvPr>
        </p:nvSpPr>
        <p:spPr>
          <a:xfrm>
            <a:off x="4845475" y="359479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36"/>
          <p:cNvSpPr txBox="1"/>
          <p:nvPr>
            <p:ph idx="7" type="body"/>
          </p:nvPr>
        </p:nvSpPr>
        <p:spPr>
          <a:xfrm>
            <a:off x="4845475" y="2431037"/>
            <a:ext cx="3382500" cy="5877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68" name="Google Shape;68;p36"/>
          <p:cNvSpPr txBox="1"/>
          <p:nvPr>
            <p:ph idx="8" type="subTitle"/>
          </p:nvPr>
        </p:nvSpPr>
        <p:spPr>
          <a:xfrm>
            <a:off x="4845475" y="2098390"/>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9" name="Google Shape;69;p36"/>
          <p:cNvSpPr txBox="1"/>
          <p:nvPr>
            <p:ph idx="9" type="body"/>
          </p:nvPr>
        </p:nvSpPr>
        <p:spPr>
          <a:xfrm>
            <a:off x="356100" y="3243900"/>
            <a:ext cx="2798700" cy="13344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70" name="Shape 70"/>
        <p:cNvGrpSpPr/>
        <p:nvPr/>
      </p:nvGrpSpPr>
      <p:grpSpPr>
        <a:xfrm>
          <a:off x="0" y="0"/>
          <a:ext cx="0" cy="0"/>
          <a:chOff x="0" y="0"/>
          <a:chExt cx="0" cy="0"/>
        </a:xfrm>
      </p:grpSpPr>
      <p:sp>
        <p:nvSpPr>
          <p:cNvPr id="71" name="Google Shape;71;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3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3" name="Google Shape;73;p37"/>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74" name="Google Shape;74;p37"/>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5" name="Google Shape;75;p37"/>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6" name="Google Shape;76;p37"/>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7" name="Google Shape;77;p37"/>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78" name="Google Shape;78;p37"/>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9" name="Google Shape;79;p37"/>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80" name="Google Shape;80;p37"/>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81" name="Shape 81"/>
        <p:cNvGrpSpPr/>
        <p:nvPr/>
      </p:nvGrpSpPr>
      <p:grpSpPr>
        <a:xfrm>
          <a:off x="0" y="0"/>
          <a:ext cx="0" cy="0"/>
          <a:chOff x="0" y="0"/>
          <a:chExt cx="0" cy="0"/>
        </a:xfrm>
      </p:grpSpPr>
      <p:sp>
        <p:nvSpPr>
          <p:cNvPr id="82" name="Google Shape;82;p38"/>
          <p:cNvSpPr txBox="1"/>
          <p:nvPr>
            <p:ph idx="1" type="body"/>
          </p:nvPr>
        </p:nvSpPr>
        <p:spPr>
          <a:xfrm>
            <a:off x="2610420"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83" name="Google Shape;83;p38"/>
          <p:cNvSpPr txBox="1"/>
          <p:nvPr>
            <p:ph idx="2" type="subTitle"/>
          </p:nvPr>
        </p:nvSpPr>
        <p:spPr>
          <a:xfrm>
            <a:off x="2610418"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4" name="Google Shape;84;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38"/>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6" name="Google Shape;86;p38"/>
          <p:cNvSpPr txBox="1"/>
          <p:nvPr>
            <p:ph idx="4" type="body"/>
          </p:nvPr>
        </p:nvSpPr>
        <p:spPr>
          <a:xfrm>
            <a:off x="4889772"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38"/>
          <p:cNvSpPr txBox="1"/>
          <p:nvPr>
            <p:ph idx="5" type="subTitle"/>
          </p:nvPr>
        </p:nvSpPr>
        <p:spPr>
          <a:xfrm>
            <a:off x="48897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38"/>
          <p:cNvSpPr txBox="1"/>
          <p:nvPr>
            <p:ph idx="6" type="body"/>
          </p:nvPr>
        </p:nvSpPr>
        <p:spPr>
          <a:xfrm>
            <a:off x="713087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89" name="Google Shape;89;p38"/>
          <p:cNvSpPr txBox="1"/>
          <p:nvPr>
            <p:ph idx="7" type="subTitle"/>
          </p:nvPr>
        </p:nvSpPr>
        <p:spPr>
          <a:xfrm>
            <a:off x="71308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0" name="Google Shape;90;p38"/>
          <p:cNvSpPr txBox="1"/>
          <p:nvPr>
            <p:ph idx="8" type="body"/>
          </p:nvPr>
        </p:nvSpPr>
        <p:spPr>
          <a:xfrm>
            <a:off x="36052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91" name="Google Shape;91;p38"/>
          <p:cNvSpPr txBox="1"/>
          <p:nvPr>
            <p:ph idx="9" type="subTitle"/>
          </p:nvPr>
        </p:nvSpPr>
        <p:spPr>
          <a:xfrm>
            <a:off x="360533"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2" name="Google Shape;92;p38"/>
          <p:cNvSpPr txBox="1"/>
          <p:nvPr>
            <p:ph idx="1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93" name="Google Shape;93;p38"/>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solidFill>
                  <a:schemeClr val="dk1"/>
                </a:solidFill>
              </a:defRPr>
            </a:lvl1pPr>
            <a:lvl2pPr lvl="1" algn="ctr">
              <a:lnSpc>
                <a:spcPct val="100000"/>
              </a:lnSpc>
              <a:spcBef>
                <a:spcPts val="0"/>
              </a:spcBef>
              <a:spcAft>
                <a:spcPts val="0"/>
              </a:spcAft>
              <a:buSzPts val="1400"/>
              <a:buNone/>
              <a:defRPr sz="2200">
                <a:solidFill>
                  <a:schemeClr val="dk1"/>
                </a:solidFill>
              </a:defRPr>
            </a:lvl2pPr>
            <a:lvl3pPr lvl="2" algn="ctr">
              <a:lnSpc>
                <a:spcPct val="100000"/>
              </a:lnSpc>
              <a:spcBef>
                <a:spcPts val="0"/>
              </a:spcBef>
              <a:spcAft>
                <a:spcPts val="0"/>
              </a:spcAft>
              <a:buSzPts val="1400"/>
              <a:buNone/>
              <a:defRPr sz="2200">
                <a:solidFill>
                  <a:schemeClr val="dk1"/>
                </a:solidFill>
              </a:defRPr>
            </a:lvl3pPr>
            <a:lvl4pPr lvl="3" algn="ctr">
              <a:lnSpc>
                <a:spcPct val="100000"/>
              </a:lnSpc>
              <a:spcBef>
                <a:spcPts val="0"/>
              </a:spcBef>
              <a:spcAft>
                <a:spcPts val="0"/>
              </a:spcAft>
              <a:buSzPts val="1400"/>
              <a:buNone/>
              <a:defRPr sz="2200">
                <a:solidFill>
                  <a:schemeClr val="dk1"/>
                </a:solidFill>
              </a:defRPr>
            </a:lvl4pPr>
            <a:lvl5pPr lvl="4" algn="ctr">
              <a:lnSpc>
                <a:spcPct val="100000"/>
              </a:lnSpc>
              <a:spcBef>
                <a:spcPts val="0"/>
              </a:spcBef>
              <a:spcAft>
                <a:spcPts val="0"/>
              </a:spcAft>
              <a:buSzPts val="1400"/>
              <a:buNone/>
              <a:defRPr sz="2200">
                <a:solidFill>
                  <a:schemeClr val="dk1"/>
                </a:solidFill>
              </a:defRPr>
            </a:lvl5pPr>
            <a:lvl6pPr lvl="5" algn="ctr">
              <a:lnSpc>
                <a:spcPct val="100000"/>
              </a:lnSpc>
              <a:spcBef>
                <a:spcPts val="0"/>
              </a:spcBef>
              <a:spcAft>
                <a:spcPts val="0"/>
              </a:spcAft>
              <a:buSzPts val="1400"/>
              <a:buNone/>
              <a:defRPr sz="2200">
                <a:solidFill>
                  <a:schemeClr val="dk1"/>
                </a:solidFill>
              </a:defRPr>
            </a:lvl6pPr>
            <a:lvl7pPr lvl="6" algn="ctr">
              <a:lnSpc>
                <a:spcPct val="100000"/>
              </a:lnSpc>
              <a:spcBef>
                <a:spcPts val="0"/>
              </a:spcBef>
              <a:spcAft>
                <a:spcPts val="0"/>
              </a:spcAft>
              <a:buSzPts val="1400"/>
              <a:buNone/>
              <a:defRPr sz="2200">
                <a:solidFill>
                  <a:schemeClr val="dk1"/>
                </a:solidFill>
              </a:defRPr>
            </a:lvl7pPr>
            <a:lvl8pPr lvl="7" algn="ctr">
              <a:lnSpc>
                <a:spcPct val="100000"/>
              </a:lnSpc>
              <a:spcBef>
                <a:spcPts val="0"/>
              </a:spcBef>
              <a:spcAft>
                <a:spcPts val="0"/>
              </a:spcAft>
              <a:buSzPts val="1400"/>
              <a:buNone/>
              <a:defRPr sz="2200">
                <a:solidFill>
                  <a:schemeClr val="dk1"/>
                </a:solidFill>
              </a:defRPr>
            </a:lvl8pPr>
            <a:lvl9pPr lvl="8" algn="ctr">
              <a:lnSpc>
                <a:spcPct val="10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94" name="Shape 94"/>
        <p:cNvGrpSpPr/>
        <p:nvPr/>
      </p:nvGrpSpPr>
      <p:grpSpPr>
        <a:xfrm>
          <a:off x="0" y="0"/>
          <a:ext cx="0" cy="0"/>
          <a:chOff x="0" y="0"/>
          <a:chExt cx="0" cy="0"/>
        </a:xfrm>
      </p:grpSpPr>
      <p:sp>
        <p:nvSpPr>
          <p:cNvPr id="95" name="Google Shape;95;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3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7" name="Google Shape;97;p39"/>
          <p:cNvSpPr txBox="1"/>
          <p:nvPr>
            <p:ph idx="2" type="body"/>
          </p:nvPr>
        </p:nvSpPr>
        <p:spPr>
          <a:xfrm>
            <a:off x="3619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98" name="Google Shape;98;p39"/>
          <p:cNvSpPr txBox="1"/>
          <p:nvPr>
            <p:ph idx="3" type="subTitle"/>
          </p:nvPr>
        </p:nvSpPr>
        <p:spPr>
          <a:xfrm>
            <a:off x="3619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9" name="Google Shape;99;p39"/>
          <p:cNvSpPr txBox="1"/>
          <p:nvPr>
            <p:ph idx="4"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0" name="Google Shape;100;p39"/>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lvl1pPr>
            <a:lvl2pPr lvl="1" algn="ctr">
              <a:lnSpc>
                <a:spcPct val="100000"/>
              </a:lnSpc>
              <a:spcBef>
                <a:spcPts val="0"/>
              </a:spcBef>
              <a:spcAft>
                <a:spcPts val="0"/>
              </a:spcAft>
              <a:buSzPts val="1400"/>
              <a:buNone/>
              <a:defRPr sz="2200"/>
            </a:lvl2pPr>
            <a:lvl3pPr lvl="2" algn="ctr">
              <a:lnSpc>
                <a:spcPct val="100000"/>
              </a:lnSpc>
              <a:spcBef>
                <a:spcPts val="0"/>
              </a:spcBef>
              <a:spcAft>
                <a:spcPts val="0"/>
              </a:spcAft>
              <a:buSzPts val="1400"/>
              <a:buNone/>
              <a:defRPr sz="2200"/>
            </a:lvl3pPr>
            <a:lvl4pPr lvl="3" algn="ctr">
              <a:lnSpc>
                <a:spcPct val="100000"/>
              </a:lnSpc>
              <a:spcBef>
                <a:spcPts val="0"/>
              </a:spcBef>
              <a:spcAft>
                <a:spcPts val="0"/>
              </a:spcAft>
              <a:buSzPts val="1400"/>
              <a:buNone/>
              <a:defRPr sz="2200"/>
            </a:lvl4pPr>
            <a:lvl5pPr lvl="4" algn="ctr">
              <a:lnSpc>
                <a:spcPct val="100000"/>
              </a:lnSpc>
              <a:spcBef>
                <a:spcPts val="0"/>
              </a:spcBef>
              <a:spcAft>
                <a:spcPts val="0"/>
              </a:spcAft>
              <a:buSzPts val="1400"/>
              <a:buNone/>
              <a:defRPr sz="2200"/>
            </a:lvl5pPr>
            <a:lvl6pPr lvl="5" algn="ctr">
              <a:lnSpc>
                <a:spcPct val="100000"/>
              </a:lnSpc>
              <a:spcBef>
                <a:spcPts val="0"/>
              </a:spcBef>
              <a:spcAft>
                <a:spcPts val="0"/>
              </a:spcAft>
              <a:buSzPts val="1400"/>
              <a:buNone/>
              <a:defRPr sz="2200"/>
            </a:lvl6pPr>
            <a:lvl7pPr lvl="6" algn="ctr">
              <a:lnSpc>
                <a:spcPct val="100000"/>
              </a:lnSpc>
              <a:spcBef>
                <a:spcPts val="0"/>
              </a:spcBef>
              <a:spcAft>
                <a:spcPts val="0"/>
              </a:spcAft>
              <a:buSzPts val="1400"/>
              <a:buNone/>
              <a:defRPr sz="2200"/>
            </a:lvl7pPr>
            <a:lvl8pPr lvl="7" algn="ctr">
              <a:lnSpc>
                <a:spcPct val="100000"/>
              </a:lnSpc>
              <a:spcBef>
                <a:spcPts val="0"/>
              </a:spcBef>
              <a:spcAft>
                <a:spcPts val="0"/>
              </a:spcAft>
              <a:buSzPts val="1400"/>
              <a:buNone/>
              <a:defRPr sz="2200"/>
            </a:lvl8pPr>
            <a:lvl9pPr lvl="8" algn="ctr">
              <a:lnSpc>
                <a:spcPct val="100000"/>
              </a:lnSpc>
              <a:spcBef>
                <a:spcPts val="0"/>
              </a:spcBef>
              <a:spcAft>
                <a:spcPts val="0"/>
              </a:spcAft>
              <a:buSzPts val="1400"/>
              <a:buNone/>
              <a:defRPr sz="2200"/>
            </a:lvl9pPr>
          </a:lstStyle>
          <a:p/>
        </p:txBody>
      </p:sp>
      <p:sp>
        <p:nvSpPr>
          <p:cNvPr id="101" name="Google Shape;101;p39"/>
          <p:cNvSpPr txBox="1"/>
          <p:nvPr>
            <p:ph idx="5" type="subTitle"/>
          </p:nvPr>
        </p:nvSpPr>
        <p:spPr>
          <a:xfrm>
            <a:off x="73192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2" name="Google Shape;102;p39"/>
          <p:cNvSpPr txBox="1"/>
          <p:nvPr>
            <p:ph idx="6" type="body"/>
          </p:nvPr>
        </p:nvSpPr>
        <p:spPr>
          <a:xfrm>
            <a:off x="210130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03" name="Google Shape;103;p39"/>
          <p:cNvSpPr txBox="1"/>
          <p:nvPr>
            <p:ph idx="7" type="body"/>
          </p:nvPr>
        </p:nvSpPr>
        <p:spPr>
          <a:xfrm>
            <a:off x="384062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04" name="Google Shape;104;p39"/>
          <p:cNvSpPr txBox="1"/>
          <p:nvPr>
            <p:ph idx="8" type="body"/>
          </p:nvPr>
        </p:nvSpPr>
        <p:spPr>
          <a:xfrm>
            <a:off x="557995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05" name="Google Shape;105;p39"/>
          <p:cNvSpPr txBox="1"/>
          <p:nvPr>
            <p:ph idx="9" type="subTitle"/>
          </p:nvPr>
        </p:nvSpPr>
        <p:spPr>
          <a:xfrm>
            <a:off x="210130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6" name="Google Shape;106;p39"/>
          <p:cNvSpPr txBox="1"/>
          <p:nvPr>
            <p:ph idx="13" type="subTitle"/>
          </p:nvPr>
        </p:nvSpPr>
        <p:spPr>
          <a:xfrm>
            <a:off x="384062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7" name="Google Shape;107;p39"/>
          <p:cNvSpPr txBox="1"/>
          <p:nvPr>
            <p:ph idx="14" type="subTitle"/>
          </p:nvPr>
        </p:nvSpPr>
        <p:spPr>
          <a:xfrm>
            <a:off x="557995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8" name="Google Shape;108;p39"/>
          <p:cNvSpPr txBox="1"/>
          <p:nvPr>
            <p:ph idx="15" type="body"/>
          </p:nvPr>
        </p:nvSpPr>
        <p:spPr>
          <a:xfrm>
            <a:off x="73192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09" name="Shape 109"/>
        <p:cNvGrpSpPr/>
        <p:nvPr/>
      </p:nvGrpSpPr>
      <p:grpSpPr>
        <a:xfrm>
          <a:off x="0" y="0"/>
          <a:ext cx="0" cy="0"/>
          <a:chOff x="0" y="0"/>
          <a:chExt cx="0" cy="0"/>
        </a:xfrm>
      </p:grpSpPr>
      <p:sp>
        <p:nvSpPr>
          <p:cNvPr id="110" name="Google Shape;110;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4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2" name="Google Shape;112;p40"/>
          <p:cNvSpPr txBox="1"/>
          <p:nvPr>
            <p:ph idx="2" type="body"/>
          </p:nvPr>
        </p:nvSpPr>
        <p:spPr>
          <a:xfrm>
            <a:off x="71308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3" name="Google Shape;113;p40"/>
          <p:cNvSpPr txBox="1"/>
          <p:nvPr>
            <p:ph idx="3" type="subTitle"/>
          </p:nvPr>
        </p:nvSpPr>
        <p:spPr>
          <a:xfrm>
            <a:off x="71308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4" name="Google Shape;114;p40"/>
          <p:cNvSpPr txBox="1"/>
          <p:nvPr>
            <p:ph idx="4" type="subTitle"/>
          </p:nvPr>
        </p:nvSpPr>
        <p:spPr>
          <a:xfrm>
            <a:off x="71308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5" name="Google Shape;115;p40"/>
          <p:cNvSpPr txBox="1"/>
          <p:nvPr>
            <p:ph idx="5" type="body"/>
          </p:nvPr>
        </p:nvSpPr>
        <p:spPr>
          <a:xfrm>
            <a:off x="4892138"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6" name="Google Shape;116;p40"/>
          <p:cNvSpPr txBox="1"/>
          <p:nvPr>
            <p:ph idx="6" type="subTitle"/>
          </p:nvPr>
        </p:nvSpPr>
        <p:spPr>
          <a:xfrm>
            <a:off x="4892138"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7" name="Google Shape;117;p40"/>
          <p:cNvSpPr txBox="1"/>
          <p:nvPr>
            <p:ph idx="7" type="subTitle"/>
          </p:nvPr>
        </p:nvSpPr>
        <p:spPr>
          <a:xfrm>
            <a:off x="4892138"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8" name="Google Shape;118;p40"/>
          <p:cNvSpPr txBox="1"/>
          <p:nvPr>
            <p:ph idx="8" type="body"/>
          </p:nvPr>
        </p:nvSpPr>
        <p:spPr>
          <a:xfrm>
            <a:off x="2607050"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9" name="Google Shape;119;p40"/>
          <p:cNvSpPr txBox="1"/>
          <p:nvPr>
            <p:ph idx="9" type="subTitle"/>
          </p:nvPr>
        </p:nvSpPr>
        <p:spPr>
          <a:xfrm>
            <a:off x="2607050"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20" name="Google Shape;120;p40"/>
          <p:cNvSpPr txBox="1"/>
          <p:nvPr>
            <p:ph idx="13" type="subTitle"/>
          </p:nvPr>
        </p:nvSpPr>
        <p:spPr>
          <a:xfrm>
            <a:off x="2607050"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21" name="Google Shape;121;p40"/>
          <p:cNvSpPr txBox="1"/>
          <p:nvPr>
            <p:ph idx="14" type="body"/>
          </p:nvPr>
        </p:nvSpPr>
        <p:spPr>
          <a:xfrm>
            <a:off x="3619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22" name="Google Shape;122;p40"/>
          <p:cNvSpPr txBox="1"/>
          <p:nvPr>
            <p:ph idx="15" type="subTitle"/>
          </p:nvPr>
        </p:nvSpPr>
        <p:spPr>
          <a:xfrm>
            <a:off x="3619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23" name="Google Shape;123;p40"/>
          <p:cNvSpPr txBox="1"/>
          <p:nvPr>
            <p:ph idx="16" type="subTitle"/>
          </p:nvPr>
        </p:nvSpPr>
        <p:spPr>
          <a:xfrm>
            <a:off x="3619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24" name="Google Shape;124;p40"/>
          <p:cNvSpPr txBox="1"/>
          <p:nvPr>
            <p:ph idx="17"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5" name="Google Shape;125;p40"/>
          <p:cNvSpPr txBox="1"/>
          <p:nvPr>
            <p:ph type="title"/>
          </p:nvPr>
        </p:nvSpPr>
        <p:spPr>
          <a:xfrm>
            <a:off x="1406600" y="988557"/>
            <a:ext cx="6330900" cy="5877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3000"/>
              <a:buNone/>
              <a:defRPr sz="2200">
                <a:solidFill>
                  <a:schemeClr val="dk1"/>
                </a:solidFill>
              </a:defRPr>
            </a:lvl1pPr>
            <a:lvl2pPr lvl="1" algn="ctr">
              <a:lnSpc>
                <a:spcPct val="90000"/>
              </a:lnSpc>
              <a:spcBef>
                <a:spcPts val="0"/>
              </a:spcBef>
              <a:spcAft>
                <a:spcPts val="0"/>
              </a:spcAft>
              <a:buSzPts val="1400"/>
              <a:buNone/>
              <a:defRPr sz="2200">
                <a:solidFill>
                  <a:schemeClr val="dk1"/>
                </a:solidFill>
              </a:defRPr>
            </a:lvl2pPr>
            <a:lvl3pPr lvl="2" algn="ctr">
              <a:lnSpc>
                <a:spcPct val="90000"/>
              </a:lnSpc>
              <a:spcBef>
                <a:spcPts val="0"/>
              </a:spcBef>
              <a:spcAft>
                <a:spcPts val="0"/>
              </a:spcAft>
              <a:buSzPts val="1400"/>
              <a:buNone/>
              <a:defRPr sz="2200">
                <a:solidFill>
                  <a:schemeClr val="dk1"/>
                </a:solidFill>
              </a:defRPr>
            </a:lvl3pPr>
            <a:lvl4pPr lvl="3" algn="ctr">
              <a:lnSpc>
                <a:spcPct val="90000"/>
              </a:lnSpc>
              <a:spcBef>
                <a:spcPts val="0"/>
              </a:spcBef>
              <a:spcAft>
                <a:spcPts val="0"/>
              </a:spcAft>
              <a:buSzPts val="1400"/>
              <a:buNone/>
              <a:defRPr sz="2200">
                <a:solidFill>
                  <a:schemeClr val="dk1"/>
                </a:solidFill>
              </a:defRPr>
            </a:lvl4pPr>
            <a:lvl5pPr lvl="4" algn="ctr">
              <a:lnSpc>
                <a:spcPct val="90000"/>
              </a:lnSpc>
              <a:spcBef>
                <a:spcPts val="0"/>
              </a:spcBef>
              <a:spcAft>
                <a:spcPts val="0"/>
              </a:spcAft>
              <a:buSzPts val="1400"/>
              <a:buNone/>
              <a:defRPr sz="2200">
                <a:solidFill>
                  <a:schemeClr val="dk1"/>
                </a:solidFill>
              </a:defRPr>
            </a:lvl5pPr>
            <a:lvl6pPr lvl="5" algn="ctr">
              <a:lnSpc>
                <a:spcPct val="90000"/>
              </a:lnSpc>
              <a:spcBef>
                <a:spcPts val="0"/>
              </a:spcBef>
              <a:spcAft>
                <a:spcPts val="0"/>
              </a:spcAft>
              <a:buSzPts val="1400"/>
              <a:buNone/>
              <a:defRPr sz="2200">
                <a:solidFill>
                  <a:schemeClr val="dk1"/>
                </a:solidFill>
              </a:defRPr>
            </a:lvl6pPr>
            <a:lvl7pPr lvl="6" algn="ctr">
              <a:lnSpc>
                <a:spcPct val="90000"/>
              </a:lnSpc>
              <a:spcBef>
                <a:spcPts val="0"/>
              </a:spcBef>
              <a:spcAft>
                <a:spcPts val="0"/>
              </a:spcAft>
              <a:buSzPts val="1400"/>
              <a:buNone/>
              <a:defRPr sz="2200">
                <a:solidFill>
                  <a:schemeClr val="dk1"/>
                </a:solidFill>
              </a:defRPr>
            </a:lvl7pPr>
            <a:lvl8pPr lvl="7" algn="ctr">
              <a:lnSpc>
                <a:spcPct val="90000"/>
              </a:lnSpc>
              <a:spcBef>
                <a:spcPts val="0"/>
              </a:spcBef>
              <a:spcAft>
                <a:spcPts val="0"/>
              </a:spcAft>
              <a:buSzPts val="1400"/>
              <a:buNone/>
              <a:defRPr sz="2200">
                <a:solidFill>
                  <a:schemeClr val="dk1"/>
                </a:solidFill>
              </a:defRPr>
            </a:lvl8pPr>
            <a:lvl9pPr lvl="8" algn="ctr">
              <a:lnSpc>
                <a:spcPct val="9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26" name="Shape 126"/>
        <p:cNvGrpSpPr/>
        <p:nvPr/>
      </p:nvGrpSpPr>
      <p:grpSpPr>
        <a:xfrm>
          <a:off x="0" y="0"/>
          <a:ext cx="0" cy="0"/>
          <a:chOff x="0" y="0"/>
          <a:chExt cx="0" cy="0"/>
        </a:xfrm>
      </p:grpSpPr>
      <p:sp>
        <p:nvSpPr>
          <p:cNvPr id="127" name="Google Shape;127;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4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9" name="Google Shape;129;p41"/>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0" name="Google Shape;130;p41"/>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1" name="Google Shape;131;p41"/>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2" name="Google Shape;132;p41"/>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3" name="Google Shape;133;p41"/>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01</a:t>
            </a:r>
            <a:endParaRPr b="0" i="0" sz="3000" u="none" cap="none" strike="noStrike">
              <a:solidFill>
                <a:schemeClr val="lt1"/>
              </a:solidFill>
              <a:latin typeface="Newsreader"/>
              <a:ea typeface="Newsreader"/>
              <a:cs typeface="Newsreader"/>
              <a:sym typeface="Newsreader"/>
            </a:endParaRPr>
          </a:p>
        </p:txBody>
      </p:sp>
      <p:sp>
        <p:nvSpPr>
          <p:cNvPr id="134" name="Google Shape;134;p41"/>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dk1"/>
                </a:solidFill>
                <a:latin typeface="Newsreader"/>
                <a:ea typeface="Newsreader"/>
                <a:cs typeface="Newsreader"/>
                <a:sym typeface="Newsreader"/>
              </a:rPr>
              <a:t>02</a:t>
            </a:r>
            <a:endParaRPr b="0" i="0" sz="3000" u="none" cap="none" strike="noStrike">
              <a:solidFill>
                <a:schemeClr val="dk1"/>
              </a:solidFill>
              <a:latin typeface="Newsreader"/>
              <a:ea typeface="Newsreader"/>
              <a:cs typeface="Newsreader"/>
              <a:sym typeface="Newsreader"/>
            </a:endParaRPr>
          </a:p>
        </p:txBody>
      </p:sp>
      <p:sp>
        <p:nvSpPr>
          <p:cNvPr id="135" name="Google Shape;135;p41"/>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03</a:t>
            </a:r>
            <a:endParaRPr b="0" i="0" sz="3000" u="none" cap="none" strike="noStrike">
              <a:solidFill>
                <a:schemeClr val="lt1"/>
              </a:solidFill>
              <a:latin typeface="Newsreader"/>
              <a:ea typeface="Newsreader"/>
              <a:cs typeface="Newsreader"/>
              <a:sym typeface="Newsreader"/>
            </a:endParaRPr>
          </a:p>
        </p:txBody>
      </p:sp>
      <p:sp>
        <p:nvSpPr>
          <p:cNvPr id="136" name="Google Shape;136;p41"/>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04</a:t>
            </a:r>
            <a:endParaRPr b="0" i="0" sz="3000" u="none" cap="none" strike="noStrike">
              <a:solidFill>
                <a:schemeClr val="lt1"/>
              </a:solidFill>
              <a:latin typeface="Newsreader"/>
              <a:ea typeface="Newsreader"/>
              <a:cs typeface="Newsreader"/>
              <a:sym typeface="Newsreader"/>
            </a:endParaRPr>
          </a:p>
        </p:txBody>
      </p:sp>
      <p:sp>
        <p:nvSpPr>
          <p:cNvPr id="137" name="Google Shape;137;p41"/>
          <p:cNvSpPr txBox="1"/>
          <p:nvPr>
            <p:ph type="title"/>
          </p:nvPr>
        </p:nvSpPr>
        <p:spPr>
          <a:xfrm>
            <a:off x="361975" y="988782"/>
            <a:ext cx="3231600" cy="760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200"/>
              <a:buFont typeface="Newsreader"/>
              <a:buNone/>
              <a:defRPr sz="2200">
                <a:solidFill>
                  <a:schemeClr val="dk1"/>
                </a:solidFill>
              </a:defRPr>
            </a:lvl1pPr>
            <a:lvl2pPr lvl="1"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8" name="Google Shape;138;p41"/>
          <p:cNvSpPr txBox="1"/>
          <p:nvPr>
            <p:ph idx="2" type="subTitle"/>
          </p:nvPr>
        </p:nvSpPr>
        <p:spPr>
          <a:xfrm>
            <a:off x="382691" y="3129231"/>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9" name="Google Shape;139;p41"/>
          <p:cNvSpPr txBox="1"/>
          <p:nvPr>
            <p:ph idx="3" type="subTitle"/>
          </p:nvPr>
        </p:nvSpPr>
        <p:spPr>
          <a:xfrm>
            <a:off x="377048" y="3344302"/>
            <a:ext cx="1689600" cy="969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40" name="Google Shape;140;p41"/>
          <p:cNvSpPr txBox="1"/>
          <p:nvPr>
            <p:ph idx="4" type="subTitle"/>
          </p:nvPr>
        </p:nvSpPr>
        <p:spPr>
          <a:xfrm>
            <a:off x="2671462" y="2450249"/>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41" name="Google Shape;141;p41"/>
          <p:cNvSpPr txBox="1"/>
          <p:nvPr>
            <p:ph idx="5" type="subTitle"/>
          </p:nvPr>
        </p:nvSpPr>
        <p:spPr>
          <a:xfrm>
            <a:off x="2665825" y="2665171"/>
            <a:ext cx="1689600" cy="1423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2" name="Google Shape;142;p41"/>
          <p:cNvSpPr txBox="1"/>
          <p:nvPr>
            <p:ph idx="6" type="subTitle"/>
          </p:nvPr>
        </p:nvSpPr>
        <p:spPr>
          <a:xfrm>
            <a:off x="4943337" y="18846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3" name="Google Shape;143;p41"/>
          <p:cNvSpPr txBox="1"/>
          <p:nvPr>
            <p:ph idx="7" type="subTitle"/>
          </p:nvPr>
        </p:nvSpPr>
        <p:spPr>
          <a:xfrm>
            <a:off x="4937700" y="2099593"/>
            <a:ext cx="1689600" cy="1620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44" name="Google Shape;144;p41"/>
          <p:cNvSpPr txBox="1"/>
          <p:nvPr>
            <p:ph idx="8" type="subTitle"/>
          </p:nvPr>
        </p:nvSpPr>
        <p:spPr>
          <a:xfrm>
            <a:off x="7238787" y="10574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5" name="Google Shape;145;p41"/>
          <p:cNvSpPr txBox="1"/>
          <p:nvPr>
            <p:ph idx="9" type="subTitle"/>
          </p:nvPr>
        </p:nvSpPr>
        <p:spPr>
          <a:xfrm>
            <a:off x="7233150" y="1272358"/>
            <a:ext cx="1689600" cy="2196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46" name="Shape 146"/>
        <p:cNvGrpSpPr/>
        <p:nvPr/>
      </p:nvGrpSpPr>
      <p:grpSpPr>
        <a:xfrm>
          <a:off x="0" y="0"/>
          <a:ext cx="0" cy="0"/>
          <a:chOff x="0" y="0"/>
          <a:chExt cx="0" cy="0"/>
        </a:xfrm>
      </p:grpSpPr>
      <p:sp>
        <p:nvSpPr>
          <p:cNvPr id="147" name="Google Shape;147;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4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9" name="Google Shape;149;p42"/>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lvl1pPr>
            <a:lvl2pPr lvl="1" algn="l">
              <a:lnSpc>
                <a:spcPct val="100000"/>
              </a:lnSpc>
              <a:spcBef>
                <a:spcPts val="0"/>
              </a:spcBef>
              <a:spcAft>
                <a:spcPts val="0"/>
              </a:spcAft>
              <a:buSzPts val="1400"/>
              <a:buNone/>
              <a:defRPr sz="2500"/>
            </a:lvl2pPr>
            <a:lvl3pPr lvl="2" algn="l">
              <a:lnSpc>
                <a:spcPct val="100000"/>
              </a:lnSpc>
              <a:spcBef>
                <a:spcPts val="0"/>
              </a:spcBef>
              <a:spcAft>
                <a:spcPts val="0"/>
              </a:spcAft>
              <a:buSzPts val="1400"/>
              <a:buNone/>
              <a:defRPr sz="2500"/>
            </a:lvl3pPr>
            <a:lvl4pPr lvl="3" algn="l">
              <a:lnSpc>
                <a:spcPct val="100000"/>
              </a:lnSpc>
              <a:spcBef>
                <a:spcPts val="0"/>
              </a:spcBef>
              <a:spcAft>
                <a:spcPts val="0"/>
              </a:spcAft>
              <a:buSzPts val="1400"/>
              <a:buNone/>
              <a:defRPr sz="2500"/>
            </a:lvl4pPr>
            <a:lvl5pPr lvl="4" algn="l">
              <a:lnSpc>
                <a:spcPct val="100000"/>
              </a:lnSpc>
              <a:spcBef>
                <a:spcPts val="0"/>
              </a:spcBef>
              <a:spcAft>
                <a:spcPts val="0"/>
              </a:spcAft>
              <a:buSzPts val="1400"/>
              <a:buNone/>
              <a:defRPr sz="2500"/>
            </a:lvl5pPr>
            <a:lvl6pPr lvl="5" algn="l">
              <a:lnSpc>
                <a:spcPct val="100000"/>
              </a:lnSpc>
              <a:spcBef>
                <a:spcPts val="0"/>
              </a:spcBef>
              <a:spcAft>
                <a:spcPts val="0"/>
              </a:spcAft>
              <a:buSzPts val="1400"/>
              <a:buNone/>
              <a:defRPr sz="2500"/>
            </a:lvl6pPr>
            <a:lvl7pPr lvl="6" algn="l">
              <a:lnSpc>
                <a:spcPct val="100000"/>
              </a:lnSpc>
              <a:spcBef>
                <a:spcPts val="0"/>
              </a:spcBef>
              <a:spcAft>
                <a:spcPts val="0"/>
              </a:spcAft>
              <a:buSzPts val="1400"/>
              <a:buNone/>
              <a:defRPr sz="2500"/>
            </a:lvl7pPr>
            <a:lvl8pPr lvl="7" algn="l">
              <a:lnSpc>
                <a:spcPct val="100000"/>
              </a:lnSpc>
              <a:spcBef>
                <a:spcPts val="0"/>
              </a:spcBef>
              <a:spcAft>
                <a:spcPts val="0"/>
              </a:spcAft>
              <a:buSzPts val="1400"/>
              <a:buNone/>
              <a:defRPr sz="2500"/>
            </a:lvl8pPr>
            <a:lvl9pPr lvl="8" algn="l">
              <a:lnSpc>
                <a:spcPct val="100000"/>
              </a:lnSpc>
              <a:spcBef>
                <a:spcPts val="0"/>
              </a:spcBef>
              <a:spcAft>
                <a:spcPts val="0"/>
              </a:spcAft>
              <a:buSzPts val="1400"/>
              <a:buNone/>
              <a:defRPr sz="2500"/>
            </a:lvl9pPr>
          </a:lstStyle>
          <a:p/>
        </p:txBody>
      </p:sp>
      <p:sp>
        <p:nvSpPr>
          <p:cNvPr id="150" name="Google Shape;150;p42"/>
          <p:cNvSpPr/>
          <p:nvPr>
            <p:ph idx="2" type="pic"/>
          </p:nvPr>
        </p:nvSpPr>
        <p:spPr>
          <a:xfrm>
            <a:off x="1442350" y="3492500"/>
            <a:ext cx="408900" cy="408900"/>
          </a:xfrm>
          <a:prstGeom prst="ellipse">
            <a:avLst/>
          </a:prstGeom>
          <a:noFill/>
          <a:ln>
            <a:noFill/>
          </a:ln>
        </p:spPr>
      </p:sp>
      <p:sp>
        <p:nvSpPr>
          <p:cNvPr id="151" name="Google Shape;151;p42"/>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52" name="Google Shape;152;p42"/>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4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5" name="Google Shape;155;p43"/>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56" name="Google Shape;156;p43"/>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7" name="Google Shape;157;p43"/>
          <p:cNvSpPr txBox="1"/>
          <p:nvPr>
            <p:ph idx="3" type="body"/>
          </p:nvPr>
        </p:nvSpPr>
        <p:spPr>
          <a:xfrm>
            <a:off x="361975" y="3256513"/>
            <a:ext cx="3860100" cy="13275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43"/>
          <p:cNvSpPr txBox="1"/>
          <p:nvPr>
            <p:ph idx="4" type="title"/>
          </p:nvPr>
        </p:nvSpPr>
        <p:spPr>
          <a:xfrm>
            <a:off x="48008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159" name="Google Shape;159;p43"/>
          <p:cNvSpPr txBox="1"/>
          <p:nvPr>
            <p:ph idx="5" type="title"/>
          </p:nvPr>
        </p:nvSpPr>
        <p:spPr>
          <a:xfrm>
            <a:off x="70949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0" name="Google Shape;160;p43"/>
          <p:cNvSpPr txBox="1"/>
          <p:nvPr>
            <p:ph idx="6" type="title"/>
          </p:nvPr>
        </p:nvSpPr>
        <p:spPr>
          <a:xfrm>
            <a:off x="4800825" y="1698225"/>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1" name="Google Shape;161;p43"/>
          <p:cNvSpPr txBox="1"/>
          <p:nvPr>
            <p:ph idx="7" type="body"/>
          </p:nvPr>
        </p:nvSpPr>
        <p:spPr>
          <a:xfrm>
            <a:off x="4800825" y="4122308"/>
            <a:ext cx="39759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62" name="Google Shape;162;p43"/>
          <p:cNvSpPr txBox="1"/>
          <p:nvPr>
            <p:ph idx="8" type="title"/>
          </p:nvPr>
        </p:nvSpPr>
        <p:spPr>
          <a:xfrm>
            <a:off x="4800825" y="3215225"/>
            <a:ext cx="3975900" cy="798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6200"/>
            </a:lvl1pPr>
            <a:lvl2pPr lvl="1" algn="l">
              <a:lnSpc>
                <a:spcPct val="100000"/>
              </a:lnSpc>
              <a:spcBef>
                <a:spcPts val="0"/>
              </a:spcBef>
              <a:spcAft>
                <a:spcPts val="0"/>
              </a:spcAft>
              <a:buSzPts val="1400"/>
              <a:buNone/>
              <a:defRPr sz="2200">
                <a:solidFill>
                  <a:schemeClr val="dk1"/>
                </a:solidFill>
              </a:defRPr>
            </a:lvl2pPr>
            <a:lvl3pPr lvl="2" algn="l">
              <a:lnSpc>
                <a:spcPct val="100000"/>
              </a:lnSpc>
              <a:spcBef>
                <a:spcPts val="0"/>
              </a:spcBef>
              <a:spcAft>
                <a:spcPts val="0"/>
              </a:spcAft>
              <a:buSzPts val="1400"/>
              <a:buNone/>
              <a:defRPr sz="2200">
                <a:solidFill>
                  <a:schemeClr val="dk1"/>
                </a:solidFill>
              </a:defRPr>
            </a:lvl3pPr>
            <a:lvl4pPr lvl="3" algn="l">
              <a:lnSpc>
                <a:spcPct val="100000"/>
              </a:lnSpc>
              <a:spcBef>
                <a:spcPts val="0"/>
              </a:spcBef>
              <a:spcAft>
                <a:spcPts val="0"/>
              </a:spcAft>
              <a:buSzPts val="1400"/>
              <a:buNone/>
              <a:defRPr sz="2200">
                <a:solidFill>
                  <a:schemeClr val="dk1"/>
                </a:solidFill>
              </a:defRPr>
            </a:lvl4pPr>
            <a:lvl5pPr lvl="4" algn="l">
              <a:lnSpc>
                <a:spcPct val="100000"/>
              </a:lnSpc>
              <a:spcBef>
                <a:spcPts val="0"/>
              </a:spcBef>
              <a:spcAft>
                <a:spcPts val="0"/>
              </a:spcAft>
              <a:buSzPts val="1400"/>
              <a:buNone/>
              <a:defRPr sz="2200">
                <a:solidFill>
                  <a:schemeClr val="dk1"/>
                </a:solidFill>
              </a:defRPr>
            </a:lvl5pPr>
            <a:lvl6pPr lvl="5" algn="l">
              <a:lnSpc>
                <a:spcPct val="100000"/>
              </a:lnSpc>
              <a:spcBef>
                <a:spcPts val="0"/>
              </a:spcBef>
              <a:spcAft>
                <a:spcPts val="0"/>
              </a:spcAft>
              <a:buSzPts val="1400"/>
              <a:buNone/>
              <a:defRPr sz="2200">
                <a:solidFill>
                  <a:schemeClr val="dk1"/>
                </a:solidFill>
              </a:defRPr>
            </a:lvl6pPr>
            <a:lvl7pPr lvl="6" algn="l">
              <a:lnSpc>
                <a:spcPct val="100000"/>
              </a:lnSpc>
              <a:spcBef>
                <a:spcPts val="0"/>
              </a:spcBef>
              <a:spcAft>
                <a:spcPts val="0"/>
              </a:spcAft>
              <a:buSzPts val="1400"/>
              <a:buNone/>
              <a:defRPr sz="2200">
                <a:solidFill>
                  <a:schemeClr val="dk1"/>
                </a:solidFill>
              </a:defRPr>
            </a:lvl7pPr>
            <a:lvl8pPr lvl="7" algn="l">
              <a:lnSpc>
                <a:spcPct val="100000"/>
              </a:lnSpc>
              <a:spcBef>
                <a:spcPts val="0"/>
              </a:spcBef>
              <a:spcAft>
                <a:spcPts val="0"/>
              </a:spcAft>
              <a:buSzPts val="1400"/>
              <a:buNone/>
              <a:defRPr sz="2200">
                <a:solidFill>
                  <a:schemeClr val="dk1"/>
                </a:solidFill>
              </a:defRPr>
            </a:lvl8pPr>
            <a:lvl9pPr lvl="8" algn="l">
              <a:lnSpc>
                <a:spcPct val="100000"/>
              </a:lnSpc>
              <a:spcBef>
                <a:spcPts val="0"/>
              </a:spcBef>
              <a:spcAft>
                <a:spcPts val="0"/>
              </a:spcAft>
              <a:buSzPts val="1400"/>
              <a:buNone/>
              <a:defRPr sz="2200">
                <a:solidFill>
                  <a:schemeClr val="dk1"/>
                </a:solidFill>
              </a:defRPr>
            </a:lvl9pPr>
          </a:lstStyle>
          <a:p/>
        </p:txBody>
      </p:sp>
      <p:sp>
        <p:nvSpPr>
          <p:cNvPr id="163" name="Google Shape;163;p43"/>
          <p:cNvSpPr txBox="1"/>
          <p:nvPr>
            <p:ph idx="9" type="body"/>
          </p:nvPr>
        </p:nvSpPr>
        <p:spPr>
          <a:xfrm>
            <a:off x="4800825"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43"/>
          <p:cNvSpPr txBox="1"/>
          <p:nvPr>
            <p:ph idx="13" type="body"/>
          </p:nvPr>
        </p:nvSpPr>
        <p:spPr>
          <a:xfrm>
            <a:off x="7115650"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43"/>
          <p:cNvSpPr txBox="1"/>
          <p:nvPr>
            <p:ph idx="14" type="body"/>
          </p:nvPr>
        </p:nvSpPr>
        <p:spPr>
          <a:xfrm>
            <a:off x="4800825" y="8601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4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68" name="Google Shape;168;p44"/>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9" name="Google Shape;169;p44"/>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0" name="Google Shape;170;p44"/>
          <p:cNvSpPr txBox="1"/>
          <p:nvPr>
            <p:ph idx="3" type="body"/>
          </p:nvPr>
        </p:nvSpPr>
        <p:spPr>
          <a:xfrm>
            <a:off x="4800825" y="3665600"/>
            <a:ext cx="39759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44"/>
          <p:cNvSpPr txBox="1"/>
          <p:nvPr>
            <p:ph idx="4" type="subTitle"/>
          </p:nvPr>
        </p:nvSpPr>
        <p:spPr>
          <a:xfrm>
            <a:off x="4800825" y="3285232"/>
            <a:ext cx="39759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72" name="Google Shape;172;p44"/>
          <p:cNvSpPr txBox="1"/>
          <p:nvPr>
            <p:ph idx="5" type="body"/>
          </p:nvPr>
        </p:nvSpPr>
        <p:spPr>
          <a:xfrm>
            <a:off x="2611802"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173" name="Google Shape;173;p44"/>
          <p:cNvSpPr txBox="1"/>
          <p:nvPr>
            <p:ph idx="6" type="subTitle"/>
          </p:nvPr>
        </p:nvSpPr>
        <p:spPr>
          <a:xfrm>
            <a:off x="2611802"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174" name="Google Shape;174;p44"/>
          <p:cNvSpPr txBox="1"/>
          <p:nvPr>
            <p:ph idx="7" type="body"/>
          </p:nvPr>
        </p:nvSpPr>
        <p:spPr>
          <a:xfrm>
            <a:off x="361977"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44"/>
          <p:cNvSpPr txBox="1"/>
          <p:nvPr>
            <p:ph idx="8" type="subTitle"/>
          </p:nvPr>
        </p:nvSpPr>
        <p:spPr>
          <a:xfrm>
            <a:off x="361977"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76" name="Google Shape;176;p44"/>
          <p:cNvSpPr txBox="1"/>
          <p:nvPr>
            <p:ph idx="9" type="body"/>
          </p:nvPr>
        </p:nvSpPr>
        <p:spPr>
          <a:xfrm>
            <a:off x="490072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44"/>
          <p:cNvSpPr txBox="1"/>
          <p:nvPr>
            <p:ph idx="13" type="subTitle"/>
          </p:nvPr>
        </p:nvSpPr>
        <p:spPr>
          <a:xfrm>
            <a:off x="490072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78" name="Google Shape;178;p44"/>
          <p:cNvSpPr txBox="1"/>
          <p:nvPr>
            <p:ph idx="14" type="body"/>
          </p:nvPr>
        </p:nvSpPr>
        <p:spPr>
          <a:xfrm>
            <a:off x="714917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79" name="Google Shape;179;p44"/>
          <p:cNvSpPr txBox="1"/>
          <p:nvPr>
            <p:ph idx="15" type="subTitle"/>
          </p:nvPr>
        </p:nvSpPr>
        <p:spPr>
          <a:xfrm>
            <a:off x="714917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180" name="Google Shape;180;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4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83" name="Google Shape;183;p45"/>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84" name="Google Shape;184;p4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45"/>
          <p:cNvSpPr txBox="1"/>
          <p:nvPr>
            <p:ph type="title"/>
          </p:nvPr>
        </p:nvSpPr>
        <p:spPr>
          <a:xfrm>
            <a:off x="5796575" y="2351325"/>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solidFill>
                  <a:schemeClr val="dk1"/>
                </a:solidFill>
              </a:defRPr>
            </a:lvl1pPr>
            <a:lvl2pPr lvl="1" algn="l">
              <a:lnSpc>
                <a:spcPct val="90000"/>
              </a:lnSpc>
              <a:spcBef>
                <a:spcPts val="0"/>
              </a:spcBef>
              <a:spcAft>
                <a:spcPts val="0"/>
              </a:spcAft>
              <a:buSzPts val="1400"/>
              <a:buNone/>
              <a:defRPr sz="6200">
                <a:solidFill>
                  <a:schemeClr val="dk1"/>
                </a:solidFill>
              </a:defRPr>
            </a:lvl2pPr>
            <a:lvl3pPr lvl="2" algn="l">
              <a:lnSpc>
                <a:spcPct val="90000"/>
              </a:lnSpc>
              <a:spcBef>
                <a:spcPts val="0"/>
              </a:spcBef>
              <a:spcAft>
                <a:spcPts val="0"/>
              </a:spcAft>
              <a:buSzPts val="1400"/>
              <a:buNone/>
              <a:defRPr sz="6200">
                <a:solidFill>
                  <a:schemeClr val="dk1"/>
                </a:solidFill>
              </a:defRPr>
            </a:lvl3pPr>
            <a:lvl4pPr lvl="3" algn="l">
              <a:lnSpc>
                <a:spcPct val="90000"/>
              </a:lnSpc>
              <a:spcBef>
                <a:spcPts val="0"/>
              </a:spcBef>
              <a:spcAft>
                <a:spcPts val="0"/>
              </a:spcAft>
              <a:buSzPts val="1400"/>
              <a:buNone/>
              <a:defRPr sz="6200">
                <a:solidFill>
                  <a:schemeClr val="dk1"/>
                </a:solidFill>
              </a:defRPr>
            </a:lvl4pPr>
            <a:lvl5pPr lvl="4" algn="l">
              <a:lnSpc>
                <a:spcPct val="90000"/>
              </a:lnSpc>
              <a:spcBef>
                <a:spcPts val="0"/>
              </a:spcBef>
              <a:spcAft>
                <a:spcPts val="0"/>
              </a:spcAft>
              <a:buSzPts val="1400"/>
              <a:buNone/>
              <a:defRPr sz="6200">
                <a:solidFill>
                  <a:schemeClr val="dk1"/>
                </a:solidFill>
              </a:defRPr>
            </a:lvl5pPr>
            <a:lvl6pPr lvl="5" algn="l">
              <a:lnSpc>
                <a:spcPct val="90000"/>
              </a:lnSpc>
              <a:spcBef>
                <a:spcPts val="0"/>
              </a:spcBef>
              <a:spcAft>
                <a:spcPts val="0"/>
              </a:spcAft>
              <a:buSzPts val="1400"/>
              <a:buNone/>
              <a:defRPr sz="6200">
                <a:solidFill>
                  <a:schemeClr val="dk1"/>
                </a:solidFill>
              </a:defRPr>
            </a:lvl6pPr>
            <a:lvl7pPr lvl="6" algn="l">
              <a:lnSpc>
                <a:spcPct val="90000"/>
              </a:lnSpc>
              <a:spcBef>
                <a:spcPts val="0"/>
              </a:spcBef>
              <a:spcAft>
                <a:spcPts val="0"/>
              </a:spcAft>
              <a:buSzPts val="1400"/>
              <a:buNone/>
              <a:defRPr sz="6200">
                <a:solidFill>
                  <a:schemeClr val="dk1"/>
                </a:solidFill>
              </a:defRPr>
            </a:lvl7pPr>
            <a:lvl8pPr lvl="7" algn="l">
              <a:lnSpc>
                <a:spcPct val="90000"/>
              </a:lnSpc>
              <a:spcBef>
                <a:spcPts val="0"/>
              </a:spcBef>
              <a:spcAft>
                <a:spcPts val="0"/>
              </a:spcAft>
              <a:buSzPts val="1400"/>
              <a:buNone/>
              <a:defRPr sz="6200">
                <a:solidFill>
                  <a:schemeClr val="dk1"/>
                </a:solidFill>
              </a:defRPr>
            </a:lvl8pPr>
            <a:lvl9pPr lvl="8" algn="l">
              <a:lnSpc>
                <a:spcPct val="90000"/>
              </a:lnSpc>
              <a:spcBef>
                <a:spcPts val="0"/>
              </a:spcBef>
              <a:spcAft>
                <a:spcPts val="0"/>
              </a:spcAft>
              <a:buSzPts val="1400"/>
              <a:buNone/>
              <a:defRPr sz="6200">
                <a:solidFill>
                  <a:schemeClr val="dk1"/>
                </a:solidFill>
              </a:defRPr>
            </a:lvl9pPr>
          </a:lstStyle>
          <a:p/>
        </p:txBody>
      </p:sp>
      <p:sp>
        <p:nvSpPr>
          <p:cNvPr id="186" name="Google Shape;186;p45"/>
          <p:cNvSpPr txBox="1"/>
          <p:nvPr>
            <p:ph idx="3" type="title"/>
          </p:nvPr>
        </p:nvSpPr>
        <p:spPr>
          <a:xfrm>
            <a:off x="5796575" y="507450"/>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lvl1pPr>
            <a:lvl2pPr lvl="1" algn="l">
              <a:lnSpc>
                <a:spcPct val="90000"/>
              </a:lnSpc>
              <a:spcBef>
                <a:spcPts val="0"/>
              </a:spcBef>
              <a:spcAft>
                <a:spcPts val="0"/>
              </a:spcAft>
              <a:buSzPts val="1400"/>
              <a:buNone/>
              <a:defRPr sz="6200"/>
            </a:lvl2pPr>
            <a:lvl3pPr lvl="2" algn="l">
              <a:lnSpc>
                <a:spcPct val="90000"/>
              </a:lnSpc>
              <a:spcBef>
                <a:spcPts val="0"/>
              </a:spcBef>
              <a:spcAft>
                <a:spcPts val="0"/>
              </a:spcAft>
              <a:buSzPts val="1400"/>
              <a:buNone/>
              <a:defRPr sz="6200"/>
            </a:lvl3pPr>
            <a:lvl4pPr lvl="3" algn="l">
              <a:lnSpc>
                <a:spcPct val="90000"/>
              </a:lnSpc>
              <a:spcBef>
                <a:spcPts val="0"/>
              </a:spcBef>
              <a:spcAft>
                <a:spcPts val="0"/>
              </a:spcAft>
              <a:buSzPts val="1400"/>
              <a:buNone/>
              <a:defRPr sz="6200"/>
            </a:lvl4pPr>
            <a:lvl5pPr lvl="4" algn="l">
              <a:lnSpc>
                <a:spcPct val="90000"/>
              </a:lnSpc>
              <a:spcBef>
                <a:spcPts val="0"/>
              </a:spcBef>
              <a:spcAft>
                <a:spcPts val="0"/>
              </a:spcAft>
              <a:buSzPts val="1400"/>
              <a:buNone/>
              <a:defRPr sz="6200"/>
            </a:lvl5pPr>
            <a:lvl6pPr lvl="5" algn="l">
              <a:lnSpc>
                <a:spcPct val="90000"/>
              </a:lnSpc>
              <a:spcBef>
                <a:spcPts val="0"/>
              </a:spcBef>
              <a:spcAft>
                <a:spcPts val="0"/>
              </a:spcAft>
              <a:buSzPts val="1400"/>
              <a:buNone/>
              <a:defRPr sz="6200"/>
            </a:lvl6pPr>
            <a:lvl7pPr lvl="6" algn="l">
              <a:lnSpc>
                <a:spcPct val="90000"/>
              </a:lnSpc>
              <a:spcBef>
                <a:spcPts val="0"/>
              </a:spcBef>
              <a:spcAft>
                <a:spcPts val="0"/>
              </a:spcAft>
              <a:buSzPts val="1400"/>
              <a:buNone/>
              <a:defRPr sz="6200"/>
            </a:lvl7pPr>
            <a:lvl8pPr lvl="7" algn="l">
              <a:lnSpc>
                <a:spcPct val="90000"/>
              </a:lnSpc>
              <a:spcBef>
                <a:spcPts val="0"/>
              </a:spcBef>
              <a:spcAft>
                <a:spcPts val="0"/>
              </a:spcAft>
              <a:buSzPts val="1400"/>
              <a:buNone/>
              <a:defRPr sz="6200"/>
            </a:lvl8pPr>
            <a:lvl9pPr lvl="8" algn="l">
              <a:lnSpc>
                <a:spcPct val="90000"/>
              </a:lnSpc>
              <a:spcBef>
                <a:spcPts val="0"/>
              </a:spcBef>
              <a:spcAft>
                <a:spcPts val="0"/>
              </a:spcAft>
              <a:buSzPts val="1400"/>
              <a:buNone/>
              <a:defRPr sz="6200"/>
            </a:lvl9pPr>
          </a:lstStyle>
          <a:p/>
        </p:txBody>
      </p:sp>
      <p:sp>
        <p:nvSpPr>
          <p:cNvPr id="187" name="Google Shape;187;p45"/>
          <p:cNvSpPr txBox="1"/>
          <p:nvPr>
            <p:ph idx="4" type="subTitle"/>
          </p:nvPr>
        </p:nvSpPr>
        <p:spPr>
          <a:xfrm>
            <a:off x="5712600" y="4290612"/>
            <a:ext cx="2613300" cy="5439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45"/>
          <p:cNvSpPr txBox="1"/>
          <p:nvPr>
            <p:ph idx="5" type="subTitle"/>
          </p:nvPr>
        </p:nvSpPr>
        <p:spPr>
          <a:xfrm>
            <a:off x="5712600" y="3243901"/>
            <a:ext cx="2613300" cy="4323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45"/>
          <p:cNvSpPr txBox="1"/>
          <p:nvPr>
            <p:ph idx="6" type="subTitle"/>
          </p:nvPr>
        </p:nvSpPr>
        <p:spPr>
          <a:xfrm>
            <a:off x="5712600" y="1318375"/>
            <a:ext cx="2613300" cy="4830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4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2" name="Google Shape;192;p46"/>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3" name="Google Shape;193;p4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46"/>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47"/>
          <p:cNvSpPr/>
          <p:nvPr>
            <p:ph idx="2" type="pic"/>
          </p:nvPr>
        </p:nvSpPr>
        <p:spPr>
          <a:xfrm>
            <a:off x="6289075" y="1793300"/>
            <a:ext cx="2853300" cy="3350400"/>
          </a:xfrm>
          <a:prstGeom prst="rect">
            <a:avLst/>
          </a:prstGeom>
          <a:noFill/>
          <a:ln>
            <a:noFill/>
          </a:ln>
        </p:spPr>
      </p:sp>
      <p:sp>
        <p:nvSpPr>
          <p:cNvPr id="197" name="Google Shape;197;p47"/>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198" name="Google Shape;198;p47"/>
          <p:cNvSpPr txBox="1"/>
          <p:nvPr>
            <p:ph type="title"/>
          </p:nvPr>
        </p:nvSpPr>
        <p:spPr>
          <a:xfrm>
            <a:off x="361975" y="988550"/>
            <a:ext cx="5356800" cy="225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1400"/>
              <a:buNone/>
              <a:defRPr sz="2200"/>
            </a:lvl2pPr>
            <a:lvl3pPr lvl="2" algn="l">
              <a:lnSpc>
                <a:spcPct val="100000"/>
              </a:lnSpc>
              <a:spcBef>
                <a:spcPts val="0"/>
              </a:spcBef>
              <a:spcAft>
                <a:spcPts val="0"/>
              </a:spcAft>
              <a:buSzPts val="1400"/>
              <a:buNone/>
              <a:defRPr sz="2200"/>
            </a:lvl3pPr>
            <a:lvl4pPr lvl="3" algn="l">
              <a:lnSpc>
                <a:spcPct val="100000"/>
              </a:lnSpc>
              <a:spcBef>
                <a:spcPts val="0"/>
              </a:spcBef>
              <a:spcAft>
                <a:spcPts val="0"/>
              </a:spcAft>
              <a:buSzPts val="1400"/>
              <a:buNone/>
              <a:defRPr sz="2200"/>
            </a:lvl4pPr>
            <a:lvl5pPr lvl="4" algn="l">
              <a:lnSpc>
                <a:spcPct val="100000"/>
              </a:lnSpc>
              <a:spcBef>
                <a:spcPts val="0"/>
              </a:spcBef>
              <a:spcAft>
                <a:spcPts val="0"/>
              </a:spcAft>
              <a:buSzPts val="1400"/>
              <a:buNone/>
              <a:defRPr sz="2200"/>
            </a:lvl5pPr>
            <a:lvl6pPr lvl="5" algn="l">
              <a:lnSpc>
                <a:spcPct val="100000"/>
              </a:lnSpc>
              <a:spcBef>
                <a:spcPts val="0"/>
              </a:spcBef>
              <a:spcAft>
                <a:spcPts val="0"/>
              </a:spcAft>
              <a:buSzPts val="1400"/>
              <a:buNone/>
              <a:defRPr sz="2200"/>
            </a:lvl6pPr>
            <a:lvl7pPr lvl="6" algn="l">
              <a:lnSpc>
                <a:spcPct val="100000"/>
              </a:lnSpc>
              <a:spcBef>
                <a:spcPts val="0"/>
              </a:spcBef>
              <a:spcAft>
                <a:spcPts val="0"/>
              </a:spcAft>
              <a:buSzPts val="1400"/>
              <a:buNone/>
              <a:defRPr sz="2200"/>
            </a:lvl7pPr>
            <a:lvl8pPr lvl="7" algn="l">
              <a:lnSpc>
                <a:spcPct val="100000"/>
              </a:lnSpc>
              <a:spcBef>
                <a:spcPts val="0"/>
              </a:spcBef>
              <a:spcAft>
                <a:spcPts val="0"/>
              </a:spcAft>
              <a:buSzPts val="1400"/>
              <a:buNone/>
              <a:defRPr sz="2200"/>
            </a:lvl8pPr>
            <a:lvl9pPr lvl="8" algn="l">
              <a:lnSpc>
                <a:spcPct val="100000"/>
              </a:lnSpc>
              <a:spcBef>
                <a:spcPts val="0"/>
              </a:spcBef>
              <a:spcAft>
                <a:spcPts val="0"/>
              </a:spcAft>
              <a:buSzPts val="1400"/>
              <a:buNone/>
              <a:defRPr sz="2200"/>
            </a:lvl9pPr>
          </a:lstStyle>
          <a:p/>
        </p:txBody>
      </p:sp>
      <p:sp>
        <p:nvSpPr>
          <p:cNvPr id="199" name="Google Shape;199;p47"/>
          <p:cNvSpPr txBox="1"/>
          <p:nvPr>
            <p:ph idx="1" type="body"/>
          </p:nvPr>
        </p:nvSpPr>
        <p:spPr>
          <a:xfrm>
            <a:off x="361975" y="3541582"/>
            <a:ext cx="3777000" cy="1044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4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47"/>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4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4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05" name="Google Shape;205;p48"/>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48"/>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48"/>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sz="2200"/>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208" name="Google Shape;208;p48"/>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4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4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49"/>
          <p:cNvSpPr txBox="1"/>
          <p:nvPr>
            <p:ph idx="2" type="subTitle"/>
          </p:nvPr>
        </p:nvSpPr>
        <p:spPr>
          <a:xfrm>
            <a:off x="315465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49"/>
          <p:cNvSpPr txBox="1"/>
          <p:nvPr>
            <p:ph type="title"/>
          </p:nvPr>
        </p:nvSpPr>
        <p:spPr>
          <a:xfrm>
            <a:off x="3154650" y="1801500"/>
            <a:ext cx="5622000" cy="2832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lvl1pPr>
            <a:lvl2pPr lvl="1" algn="l">
              <a:lnSpc>
                <a:spcPct val="90000"/>
              </a:lnSpc>
              <a:spcBef>
                <a:spcPts val="0"/>
              </a:spcBef>
              <a:spcAft>
                <a:spcPts val="0"/>
              </a:spcAft>
              <a:buSzPts val="1400"/>
              <a:buNone/>
              <a:defRPr sz="2800"/>
            </a:lvl2pPr>
            <a:lvl3pPr lvl="2" algn="l">
              <a:lnSpc>
                <a:spcPct val="90000"/>
              </a:lnSpc>
              <a:spcBef>
                <a:spcPts val="0"/>
              </a:spcBef>
              <a:spcAft>
                <a:spcPts val="0"/>
              </a:spcAft>
              <a:buSzPts val="1400"/>
              <a:buNone/>
              <a:defRPr sz="2800"/>
            </a:lvl3pPr>
            <a:lvl4pPr lvl="3" algn="l">
              <a:lnSpc>
                <a:spcPct val="90000"/>
              </a:lnSpc>
              <a:spcBef>
                <a:spcPts val="0"/>
              </a:spcBef>
              <a:spcAft>
                <a:spcPts val="0"/>
              </a:spcAft>
              <a:buSzPts val="1400"/>
              <a:buNone/>
              <a:defRPr sz="2800"/>
            </a:lvl4pPr>
            <a:lvl5pPr lvl="4" algn="l">
              <a:lnSpc>
                <a:spcPct val="90000"/>
              </a:lnSpc>
              <a:spcBef>
                <a:spcPts val="0"/>
              </a:spcBef>
              <a:spcAft>
                <a:spcPts val="0"/>
              </a:spcAft>
              <a:buSzPts val="1400"/>
              <a:buNone/>
              <a:defRPr sz="2800"/>
            </a:lvl5pPr>
            <a:lvl6pPr lvl="5" algn="l">
              <a:lnSpc>
                <a:spcPct val="90000"/>
              </a:lnSpc>
              <a:spcBef>
                <a:spcPts val="0"/>
              </a:spcBef>
              <a:spcAft>
                <a:spcPts val="0"/>
              </a:spcAft>
              <a:buSzPts val="1400"/>
              <a:buNone/>
              <a:defRPr sz="2800"/>
            </a:lvl6pPr>
            <a:lvl7pPr lvl="6" algn="l">
              <a:lnSpc>
                <a:spcPct val="90000"/>
              </a:lnSpc>
              <a:spcBef>
                <a:spcPts val="0"/>
              </a:spcBef>
              <a:spcAft>
                <a:spcPts val="0"/>
              </a:spcAft>
              <a:buSzPts val="1400"/>
              <a:buNone/>
              <a:defRPr sz="2800"/>
            </a:lvl7pPr>
            <a:lvl8pPr lvl="7" algn="l">
              <a:lnSpc>
                <a:spcPct val="90000"/>
              </a:lnSpc>
              <a:spcBef>
                <a:spcPts val="0"/>
              </a:spcBef>
              <a:spcAft>
                <a:spcPts val="0"/>
              </a:spcAft>
              <a:buSzPts val="1400"/>
              <a:buNone/>
              <a:defRPr sz="2800"/>
            </a:lvl8pPr>
            <a:lvl9pPr lvl="8" algn="l">
              <a:lnSpc>
                <a:spcPct val="90000"/>
              </a:lnSpc>
              <a:spcBef>
                <a:spcPts val="0"/>
              </a:spcBef>
              <a:spcAft>
                <a:spcPts val="0"/>
              </a:spcAft>
              <a:buSzPts val="1400"/>
              <a:buNone/>
              <a:defRPr sz="2800"/>
            </a:lvl9pPr>
          </a:lstStyle>
          <a:p/>
        </p:txBody>
      </p:sp>
      <p:sp>
        <p:nvSpPr>
          <p:cNvPr id="214" name="Google Shape;214;p49"/>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50"/>
          <p:cNvSpPr/>
          <p:nvPr>
            <p:ph idx="2" type="pic"/>
          </p:nvPr>
        </p:nvSpPr>
        <p:spPr>
          <a:xfrm>
            <a:off x="361975" y="781775"/>
            <a:ext cx="2872800" cy="3783300"/>
          </a:xfrm>
          <a:prstGeom prst="rect">
            <a:avLst/>
          </a:prstGeom>
          <a:noFill/>
          <a:ln>
            <a:noFill/>
          </a:ln>
        </p:spPr>
      </p:sp>
      <p:sp>
        <p:nvSpPr>
          <p:cNvPr id="217" name="Google Shape;217;p5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5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19" name="Google Shape;219;p50"/>
          <p:cNvSpPr txBox="1"/>
          <p:nvPr>
            <p:ph idx="3" type="subTitle"/>
          </p:nvPr>
        </p:nvSpPr>
        <p:spPr>
          <a:xfrm>
            <a:off x="365760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50"/>
          <p:cNvSpPr txBox="1"/>
          <p:nvPr>
            <p:ph type="title"/>
          </p:nvPr>
        </p:nvSpPr>
        <p:spPr>
          <a:xfrm>
            <a:off x="3657600" y="1555450"/>
            <a:ext cx="5622000" cy="175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solidFill>
                  <a:schemeClr val="dk1"/>
                </a:solidFill>
              </a:defRPr>
            </a:lvl1pPr>
            <a:lvl2pPr lvl="1" algn="l">
              <a:lnSpc>
                <a:spcPct val="90000"/>
              </a:lnSpc>
              <a:spcBef>
                <a:spcPts val="0"/>
              </a:spcBef>
              <a:spcAft>
                <a:spcPts val="0"/>
              </a:spcAft>
              <a:buSzPts val="1400"/>
              <a:buNone/>
              <a:defRPr sz="2800">
                <a:solidFill>
                  <a:schemeClr val="dk1"/>
                </a:solidFill>
              </a:defRPr>
            </a:lvl2pPr>
            <a:lvl3pPr lvl="2" algn="l">
              <a:lnSpc>
                <a:spcPct val="90000"/>
              </a:lnSpc>
              <a:spcBef>
                <a:spcPts val="0"/>
              </a:spcBef>
              <a:spcAft>
                <a:spcPts val="0"/>
              </a:spcAft>
              <a:buSzPts val="1400"/>
              <a:buNone/>
              <a:defRPr sz="2800">
                <a:solidFill>
                  <a:schemeClr val="dk1"/>
                </a:solidFill>
              </a:defRPr>
            </a:lvl3pPr>
            <a:lvl4pPr lvl="3" algn="l">
              <a:lnSpc>
                <a:spcPct val="90000"/>
              </a:lnSpc>
              <a:spcBef>
                <a:spcPts val="0"/>
              </a:spcBef>
              <a:spcAft>
                <a:spcPts val="0"/>
              </a:spcAft>
              <a:buSzPts val="1400"/>
              <a:buNone/>
              <a:defRPr sz="2800">
                <a:solidFill>
                  <a:schemeClr val="dk1"/>
                </a:solidFill>
              </a:defRPr>
            </a:lvl4pPr>
            <a:lvl5pPr lvl="4" algn="l">
              <a:lnSpc>
                <a:spcPct val="90000"/>
              </a:lnSpc>
              <a:spcBef>
                <a:spcPts val="0"/>
              </a:spcBef>
              <a:spcAft>
                <a:spcPts val="0"/>
              </a:spcAft>
              <a:buSzPts val="1400"/>
              <a:buNone/>
              <a:defRPr sz="2800">
                <a:solidFill>
                  <a:schemeClr val="dk1"/>
                </a:solidFill>
              </a:defRPr>
            </a:lvl5pPr>
            <a:lvl6pPr lvl="5" algn="l">
              <a:lnSpc>
                <a:spcPct val="90000"/>
              </a:lnSpc>
              <a:spcBef>
                <a:spcPts val="0"/>
              </a:spcBef>
              <a:spcAft>
                <a:spcPts val="0"/>
              </a:spcAft>
              <a:buSzPts val="1400"/>
              <a:buNone/>
              <a:defRPr sz="2800">
                <a:solidFill>
                  <a:schemeClr val="dk1"/>
                </a:solidFill>
              </a:defRPr>
            </a:lvl6pPr>
            <a:lvl7pPr lvl="6" algn="l">
              <a:lnSpc>
                <a:spcPct val="90000"/>
              </a:lnSpc>
              <a:spcBef>
                <a:spcPts val="0"/>
              </a:spcBef>
              <a:spcAft>
                <a:spcPts val="0"/>
              </a:spcAft>
              <a:buSzPts val="1400"/>
              <a:buNone/>
              <a:defRPr sz="2800">
                <a:solidFill>
                  <a:schemeClr val="dk1"/>
                </a:solidFill>
              </a:defRPr>
            </a:lvl7pPr>
            <a:lvl8pPr lvl="7" algn="l">
              <a:lnSpc>
                <a:spcPct val="90000"/>
              </a:lnSpc>
              <a:spcBef>
                <a:spcPts val="0"/>
              </a:spcBef>
              <a:spcAft>
                <a:spcPts val="0"/>
              </a:spcAft>
              <a:buSzPts val="1400"/>
              <a:buNone/>
              <a:defRPr sz="2800">
                <a:solidFill>
                  <a:schemeClr val="dk1"/>
                </a:solidFill>
              </a:defRPr>
            </a:lvl8pPr>
            <a:lvl9pPr lvl="8" algn="l">
              <a:lnSpc>
                <a:spcPct val="90000"/>
              </a:lnSpc>
              <a:spcBef>
                <a:spcPts val="0"/>
              </a:spcBef>
              <a:spcAft>
                <a:spcPts val="0"/>
              </a:spcAft>
              <a:buSzPts val="1400"/>
              <a:buNone/>
              <a:defRPr sz="2800">
                <a:solidFill>
                  <a:schemeClr val="dk1"/>
                </a:solidFill>
              </a:defRPr>
            </a:lvl9pPr>
          </a:lstStyle>
          <a:p/>
        </p:txBody>
      </p:sp>
      <p:sp>
        <p:nvSpPr>
          <p:cNvPr id="221" name="Google Shape;221;p50"/>
          <p:cNvSpPr txBox="1"/>
          <p:nvPr>
            <p:ph idx="4" type="body"/>
          </p:nvPr>
        </p:nvSpPr>
        <p:spPr>
          <a:xfrm>
            <a:off x="3657600" y="3556575"/>
            <a:ext cx="3554400" cy="1029300"/>
          </a:xfrm>
          <a:prstGeom prst="rect">
            <a:avLst/>
          </a:prstGeom>
          <a:noFill/>
          <a:ln>
            <a:noFill/>
          </a:ln>
        </p:spPr>
        <p:txBody>
          <a:bodyPr anchorCtr="0" anchor="b"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51"/>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24" name="Google Shape;224;p5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5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6" name="Google Shape;226;p51"/>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a:buChar char="●"/>
              <a:defRPr sz="1000"/>
            </a:lvl1pPr>
            <a:lvl2pPr indent="-292100" lvl="1" marL="914400" algn="ctr">
              <a:lnSpc>
                <a:spcPct val="115000"/>
              </a:lnSpc>
              <a:spcBef>
                <a:spcPts val="800"/>
              </a:spcBef>
              <a:spcAft>
                <a:spcPts val="0"/>
              </a:spcAft>
              <a:buClr>
                <a:schemeClr val="lt1"/>
              </a:buClr>
              <a:buSzPts val="1000"/>
              <a:buFont typeface="DM Sans"/>
              <a:buChar char="○"/>
              <a:defRPr sz="1000"/>
            </a:lvl2pPr>
            <a:lvl3pPr indent="-292100" lvl="2" marL="1371600" algn="ctr">
              <a:lnSpc>
                <a:spcPct val="115000"/>
              </a:lnSpc>
              <a:spcBef>
                <a:spcPts val="800"/>
              </a:spcBef>
              <a:spcAft>
                <a:spcPts val="0"/>
              </a:spcAft>
              <a:buClr>
                <a:schemeClr val="lt1"/>
              </a:buClr>
              <a:buSzPts val="1000"/>
              <a:buFont typeface="DM Sans"/>
              <a:buChar char="■"/>
              <a:defRPr sz="1000"/>
            </a:lvl3pPr>
            <a:lvl4pPr indent="-292100" lvl="3" marL="1828800" algn="ctr">
              <a:lnSpc>
                <a:spcPct val="115000"/>
              </a:lnSpc>
              <a:spcBef>
                <a:spcPts val="800"/>
              </a:spcBef>
              <a:spcAft>
                <a:spcPts val="0"/>
              </a:spcAft>
              <a:buClr>
                <a:schemeClr val="lt1"/>
              </a:buClr>
              <a:buSzPts val="1000"/>
              <a:buFont typeface="DM Sans"/>
              <a:buChar char="●"/>
              <a:defRPr sz="1000"/>
            </a:lvl4pPr>
            <a:lvl5pPr indent="-292100" lvl="4" marL="2286000" algn="ctr">
              <a:lnSpc>
                <a:spcPct val="115000"/>
              </a:lnSpc>
              <a:spcBef>
                <a:spcPts val="800"/>
              </a:spcBef>
              <a:spcAft>
                <a:spcPts val="0"/>
              </a:spcAft>
              <a:buClr>
                <a:schemeClr val="lt1"/>
              </a:buClr>
              <a:buSzPts val="1000"/>
              <a:buFont typeface="DM Sans"/>
              <a:buChar char="○"/>
              <a:defRPr sz="1000"/>
            </a:lvl5pPr>
            <a:lvl6pPr indent="-292100" lvl="5" marL="2743200" algn="ctr">
              <a:lnSpc>
                <a:spcPct val="115000"/>
              </a:lnSpc>
              <a:spcBef>
                <a:spcPts val="800"/>
              </a:spcBef>
              <a:spcAft>
                <a:spcPts val="0"/>
              </a:spcAft>
              <a:buClr>
                <a:schemeClr val="lt1"/>
              </a:buClr>
              <a:buSzPts val="1000"/>
              <a:buFont typeface="DM Sans"/>
              <a:buChar char="■"/>
              <a:defRPr sz="1000"/>
            </a:lvl6pPr>
            <a:lvl7pPr indent="-292100" lvl="6" marL="3200400" algn="ctr">
              <a:lnSpc>
                <a:spcPct val="115000"/>
              </a:lnSpc>
              <a:spcBef>
                <a:spcPts val="800"/>
              </a:spcBef>
              <a:spcAft>
                <a:spcPts val="0"/>
              </a:spcAft>
              <a:buClr>
                <a:schemeClr val="lt1"/>
              </a:buClr>
              <a:buSzPts val="1000"/>
              <a:buFont typeface="DM Sans"/>
              <a:buChar char="●"/>
              <a:defRPr sz="1000"/>
            </a:lvl7pPr>
            <a:lvl8pPr indent="-292100" lvl="7" marL="3657600" algn="ctr">
              <a:lnSpc>
                <a:spcPct val="115000"/>
              </a:lnSpc>
              <a:spcBef>
                <a:spcPts val="800"/>
              </a:spcBef>
              <a:spcAft>
                <a:spcPts val="0"/>
              </a:spcAft>
              <a:buClr>
                <a:schemeClr val="lt1"/>
              </a:buClr>
              <a:buSzPts val="1000"/>
              <a:buFont typeface="DM Sans"/>
              <a:buChar char="○"/>
              <a:defRPr sz="1000"/>
            </a:lvl8pPr>
            <a:lvl9pPr indent="-292100" lvl="8" marL="4114800" algn="ctr">
              <a:lnSpc>
                <a:spcPct val="115000"/>
              </a:lnSpc>
              <a:spcBef>
                <a:spcPts val="800"/>
              </a:spcBef>
              <a:spcAft>
                <a:spcPts val="800"/>
              </a:spcAft>
              <a:buClr>
                <a:schemeClr val="lt1"/>
              </a:buClr>
              <a:buSzPts val="1000"/>
              <a:buFont typeface="DM Sans"/>
              <a:buChar char="■"/>
              <a:defRPr sz="1000"/>
            </a:lvl9pPr>
          </a:lstStyle>
          <a:p/>
        </p:txBody>
      </p:sp>
      <p:sp>
        <p:nvSpPr>
          <p:cNvPr id="227" name="Google Shape;227;p51"/>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51"/>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229" name="Google Shape;229;p51"/>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52"/>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32" name="Google Shape;232;p5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5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4" name="Google Shape;234;p52"/>
          <p:cNvSpPr txBox="1"/>
          <p:nvPr>
            <p:ph idx="2"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52"/>
          <p:cNvSpPr txBox="1"/>
          <p:nvPr>
            <p:ph type="title"/>
          </p:nvPr>
        </p:nvSpPr>
        <p:spPr>
          <a:xfrm>
            <a:off x="1128900" y="1430400"/>
            <a:ext cx="6886200" cy="228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sz="28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53"/>
          <p:cNvCxnSpPr/>
          <p:nvPr/>
        </p:nvCxnSpPr>
        <p:spPr>
          <a:xfrm>
            <a:off x="6096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238" name="Google Shape;238;p53"/>
          <p:cNvCxnSpPr/>
          <p:nvPr/>
        </p:nvCxnSpPr>
        <p:spPr>
          <a:xfrm>
            <a:off x="3048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239" name="Google Shape;239;p53"/>
          <p:cNvCxnSpPr/>
          <p:nvPr/>
        </p:nvCxnSpPr>
        <p:spPr>
          <a:xfrm>
            <a:off x="50" y="3174279"/>
            <a:ext cx="9144000" cy="0"/>
          </a:xfrm>
          <a:prstGeom prst="straightConnector1">
            <a:avLst/>
          </a:prstGeom>
          <a:noFill/>
          <a:ln cap="flat" cmpd="sng" w="19050">
            <a:solidFill>
              <a:schemeClr val="lt1"/>
            </a:solidFill>
            <a:prstDash val="solid"/>
            <a:round/>
            <a:headEnd len="sm" w="sm" type="none"/>
            <a:tailEnd len="sm" w="sm" type="none"/>
          </a:ln>
        </p:spPr>
      </p:cxnSp>
      <p:sp>
        <p:nvSpPr>
          <p:cNvPr id="240" name="Google Shape;240;p53"/>
          <p:cNvSpPr txBox="1"/>
          <p:nvPr>
            <p:ph idx="1" type="subTitle"/>
          </p:nvPr>
        </p:nvSpPr>
        <p:spPr>
          <a:xfrm>
            <a:off x="363200"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1" name="Google Shape;241;p53"/>
          <p:cNvSpPr txBox="1"/>
          <p:nvPr>
            <p:ph idx="2" type="subTitle"/>
          </p:nvPr>
        </p:nvSpPr>
        <p:spPr>
          <a:xfrm>
            <a:off x="361975"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5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53"/>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44" name="Google Shape;244;p53"/>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245" name="Google Shape;245;p53"/>
          <p:cNvSpPr txBox="1"/>
          <p:nvPr>
            <p:ph idx="4" type="subTitle"/>
          </p:nvPr>
        </p:nvSpPr>
        <p:spPr>
          <a:xfrm>
            <a:off x="341182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6" name="Google Shape;246;p53"/>
          <p:cNvSpPr txBox="1"/>
          <p:nvPr>
            <p:ph idx="5" type="subTitle"/>
          </p:nvPr>
        </p:nvSpPr>
        <p:spPr>
          <a:xfrm>
            <a:off x="341060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53"/>
          <p:cNvSpPr txBox="1"/>
          <p:nvPr>
            <p:ph idx="6" type="subTitle"/>
          </p:nvPr>
        </p:nvSpPr>
        <p:spPr>
          <a:xfrm>
            <a:off x="646047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8" name="Google Shape;248;p53"/>
          <p:cNvSpPr txBox="1"/>
          <p:nvPr>
            <p:ph idx="7" type="subTitle"/>
          </p:nvPr>
        </p:nvSpPr>
        <p:spPr>
          <a:xfrm>
            <a:off x="645925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53"/>
          <p:cNvSpPr txBox="1"/>
          <p:nvPr>
            <p:ph idx="8" type="subTitle"/>
          </p:nvPr>
        </p:nvSpPr>
        <p:spPr>
          <a:xfrm>
            <a:off x="363200"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0" name="Google Shape;250;p53"/>
          <p:cNvSpPr txBox="1"/>
          <p:nvPr>
            <p:ph idx="9" type="subTitle"/>
          </p:nvPr>
        </p:nvSpPr>
        <p:spPr>
          <a:xfrm>
            <a:off x="361975"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53"/>
          <p:cNvSpPr txBox="1"/>
          <p:nvPr>
            <p:ph idx="13" type="subTitle"/>
          </p:nvPr>
        </p:nvSpPr>
        <p:spPr>
          <a:xfrm>
            <a:off x="341182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2" name="Google Shape;252;p53"/>
          <p:cNvSpPr txBox="1"/>
          <p:nvPr>
            <p:ph idx="14" type="subTitle"/>
          </p:nvPr>
        </p:nvSpPr>
        <p:spPr>
          <a:xfrm>
            <a:off x="341060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53"/>
          <p:cNvSpPr txBox="1"/>
          <p:nvPr>
            <p:ph idx="15" type="subTitle"/>
          </p:nvPr>
        </p:nvSpPr>
        <p:spPr>
          <a:xfrm>
            <a:off x="646047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4" name="Google Shape;254;p53"/>
          <p:cNvSpPr txBox="1"/>
          <p:nvPr>
            <p:ph idx="16" type="subTitle"/>
          </p:nvPr>
        </p:nvSpPr>
        <p:spPr>
          <a:xfrm>
            <a:off x="645925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54"/>
          <p:cNvSpPr txBox="1"/>
          <p:nvPr>
            <p:ph idx="1" type="subTitle"/>
          </p:nvPr>
        </p:nvSpPr>
        <p:spPr>
          <a:xfrm>
            <a:off x="742900" y="2158550"/>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54"/>
          <p:cNvSpPr txBox="1"/>
          <p:nvPr>
            <p:ph idx="2" type="body"/>
          </p:nvPr>
        </p:nvSpPr>
        <p:spPr>
          <a:xfrm>
            <a:off x="742900" y="2381875"/>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54"/>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54"/>
          <p:cNvSpPr txBox="1"/>
          <p:nvPr>
            <p:ph type="title"/>
          </p:nvPr>
        </p:nvSpPr>
        <p:spPr>
          <a:xfrm>
            <a:off x="361975" y="988550"/>
            <a:ext cx="4297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260" name="Google Shape;260;p54"/>
          <p:cNvSpPr txBox="1"/>
          <p:nvPr>
            <p:ph idx="4"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1" name="Google Shape;261;p5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54"/>
          <p:cNvSpPr txBox="1"/>
          <p:nvPr>
            <p:ph idx="5"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3" name="Google Shape;263;p54"/>
          <p:cNvSpPr txBox="1"/>
          <p:nvPr>
            <p:ph idx="6" type="subTitle"/>
          </p:nvPr>
        </p:nvSpPr>
        <p:spPr>
          <a:xfrm>
            <a:off x="5785175" y="3335324"/>
            <a:ext cx="299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264" name="Google Shape;264;p54"/>
          <p:cNvSpPr txBox="1"/>
          <p:nvPr>
            <p:ph idx="7" type="subTitle"/>
          </p:nvPr>
        </p:nvSpPr>
        <p:spPr>
          <a:xfrm>
            <a:off x="742900" y="3910855"/>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54"/>
          <p:cNvSpPr txBox="1"/>
          <p:nvPr>
            <p:ph idx="8" type="body"/>
          </p:nvPr>
        </p:nvSpPr>
        <p:spPr>
          <a:xfrm>
            <a:off x="742900" y="4134180"/>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54"/>
          <p:cNvSpPr txBox="1"/>
          <p:nvPr>
            <p:ph idx="9" type="subTitle"/>
          </p:nvPr>
        </p:nvSpPr>
        <p:spPr>
          <a:xfrm>
            <a:off x="742900" y="3050778"/>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54"/>
          <p:cNvSpPr txBox="1"/>
          <p:nvPr>
            <p:ph idx="13" type="body"/>
          </p:nvPr>
        </p:nvSpPr>
        <p:spPr>
          <a:xfrm>
            <a:off x="742900" y="3274103"/>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54"/>
          <p:cNvSpPr txBox="1"/>
          <p:nvPr>
            <p:ph idx="14" type="body"/>
          </p:nvPr>
        </p:nvSpPr>
        <p:spPr>
          <a:xfrm>
            <a:off x="5785175" y="4134175"/>
            <a:ext cx="2991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55"/>
          <p:cNvSpPr/>
          <p:nvPr>
            <p:ph idx="2" type="pic"/>
          </p:nvPr>
        </p:nvSpPr>
        <p:spPr>
          <a:xfrm>
            <a:off x="75" y="0"/>
            <a:ext cx="2853300" cy="2436600"/>
          </a:xfrm>
          <a:prstGeom prst="rect">
            <a:avLst/>
          </a:prstGeom>
          <a:noFill/>
          <a:ln>
            <a:noFill/>
          </a:ln>
        </p:spPr>
      </p:sp>
      <p:sp>
        <p:nvSpPr>
          <p:cNvPr id="271" name="Google Shape;271;p5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55"/>
          <p:cNvSpPr txBox="1"/>
          <p:nvPr>
            <p:ph idx="1" type="subTitle"/>
          </p:nvPr>
        </p:nvSpPr>
        <p:spPr>
          <a:xfrm>
            <a:off x="361975" y="2614325"/>
            <a:ext cx="206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56"/>
          <p:cNvSpPr txBox="1"/>
          <p:nvPr>
            <p:ph idx="1" type="body"/>
          </p:nvPr>
        </p:nvSpPr>
        <p:spPr>
          <a:xfrm>
            <a:off x="3528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56"/>
          <p:cNvSpPr txBox="1"/>
          <p:nvPr>
            <p:ph idx="2" type="body"/>
          </p:nvPr>
        </p:nvSpPr>
        <p:spPr>
          <a:xfrm>
            <a:off x="7187875"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56"/>
          <p:cNvSpPr txBox="1"/>
          <p:nvPr>
            <p:ph idx="3" type="body"/>
          </p:nvPr>
        </p:nvSpPr>
        <p:spPr>
          <a:xfrm>
            <a:off x="49244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56"/>
          <p:cNvSpPr txBox="1"/>
          <p:nvPr>
            <p:ph idx="4" type="body"/>
          </p:nvPr>
        </p:nvSpPr>
        <p:spPr>
          <a:xfrm>
            <a:off x="2643063"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56"/>
          <p:cNvSpPr/>
          <p:nvPr>
            <p:ph idx="5" type="pic"/>
          </p:nvPr>
        </p:nvSpPr>
        <p:spPr>
          <a:xfrm>
            <a:off x="2941550" y="1923334"/>
            <a:ext cx="991800" cy="991800"/>
          </a:xfrm>
          <a:prstGeom prst="rect">
            <a:avLst/>
          </a:prstGeom>
          <a:noFill/>
          <a:ln>
            <a:noFill/>
          </a:ln>
        </p:spPr>
      </p:sp>
      <p:sp>
        <p:nvSpPr>
          <p:cNvPr id="279" name="Google Shape;279;p56"/>
          <p:cNvSpPr/>
          <p:nvPr>
            <p:ph idx="6" type="pic"/>
          </p:nvPr>
        </p:nvSpPr>
        <p:spPr>
          <a:xfrm>
            <a:off x="5227063" y="1923334"/>
            <a:ext cx="991800" cy="991800"/>
          </a:xfrm>
          <a:prstGeom prst="rect">
            <a:avLst/>
          </a:prstGeom>
          <a:noFill/>
          <a:ln>
            <a:noFill/>
          </a:ln>
        </p:spPr>
      </p:sp>
      <p:sp>
        <p:nvSpPr>
          <p:cNvPr id="280" name="Google Shape;280;p56"/>
          <p:cNvSpPr/>
          <p:nvPr>
            <p:ph idx="7" type="pic"/>
          </p:nvPr>
        </p:nvSpPr>
        <p:spPr>
          <a:xfrm>
            <a:off x="7495263" y="1923334"/>
            <a:ext cx="991800" cy="991800"/>
          </a:xfrm>
          <a:prstGeom prst="rect">
            <a:avLst/>
          </a:prstGeom>
          <a:noFill/>
          <a:ln>
            <a:noFill/>
          </a:ln>
        </p:spPr>
      </p:sp>
      <p:cxnSp>
        <p:nvCxnSpPr>
          <p:cNvPr id="281" name="Google Shape;281;p56"/>
          <p:cNvCxnSpPr/>
          <p:nvPr/>
        </p:nvCxnSpPr>
        <p:spPr>
          <a:xfrm>
            <a:off x="22861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282" name="Google Shape;282;p56"/>
          <p:cNvCxnSpPr/>
          <p:nvPr/>
        </p:nvCxnSpPr>
        <p:spPr>
          <a:xfrm>
            <a:off x="45805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283" name="Google Shape;283;p56"/>
          <p:cNvCxnSpPr/>
          <p:nvPr/>
        </p:nvCxnSpPr>
        <p:spPr>
          <a:xfrm>
            <a:off x="6857075" y="1801500"/>
            <a:ext cx="0" cy="3342000"/>
          </a:xfrm>
          <a:prstGeom prst="straightConnector1">
            <a:avLst/>
          </a:prstGeom>
          <a:noFill/>
          <a:ln cap="flat" cmpd="sng" w="19050">
            <a:solidFill>
              <a:schemeClr val="lt1"/>
            </a:solidFill>
            <a:prstDash val="solid"/>
            <a:round/>
            <a:headEnd len="sm" w="sm" type="none"/>
            <a:tailEnd len="sm" w="sm" type="none"/>
          </a:ln>
        </p:spPr>
      </p:cxnSp>
      <p:sp>
        <p:nvSpPr>
          <p:cNvPr id="284" name="Google Shape;284;p56"/>
          <p:cNvSpPr/>
          <p:nvPr>
            <p:ph idx="8" type="pic"/>
          </p:nvPr>
        </p:nvSpPr>
        <p:spPr>
          <a:xfrm>
            <a:off x="651288" y="1923334"/>
            <a:ext cx="991800" cy="991800"/>
          </a:xfrm>
          <a:prstGeom prst="rect">
            <a:avLst/>
          </a:prstGeom>
          <a:noFill/>
          <a:ln>
            <a:noFill/>
          </a:ln>
        </p:spPr>
      </p:sp>
      <p:sp>
        <p:nvSpPr>
          <p:cNvPr id="285" name="Google Shape;285;p56"/>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286" name="Google Shape;286;p5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56"/>
          <p:cNvSpPr txBox="1"/>
          <p:nvPr>
            <p:ph idx="9"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88" name="Google Shape;288;p56"/>
          <p:cNvSpPr txBox="1"/>
          <p:nvPr>
            <p:ph idx="13" type="subTitle"/>
          </p:nvPr>
        </p:nvSpPr>
        <p:spPr>
          <a:xfrm>
            <a:off x="3532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89" name="Google Shape;289;p56"/>
          <p:cNvSpPr txBox="1"/>
          <p:nvPr>
            <p:ph idx="14" type="subTitle"/>
          </p:nvPr>
        </p:nvSpPr>
        <p:spPr>
          <a:xfrm>
            <a:off x="3532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0" name="Google Shape;290;p56"/>
          <p:cNvSpPr txBox="1"/>
          <p:nvPr>
            <p:ph idx="15" type="subTitle"/>
          </p:nvPr>
        </p:nvSpPr>
        <p:spPr>
          <a:xfrm>
            <a:off x="3532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56"/>
          <p:cNvSpPr txBox="1"/>
          <p:nvPr>
            <p:ph idx="16" type="subTitle"/>
          </p:nvPr>
        </p:nvSpPr>
        <p:spPr>
          <a:xfrm>
            <a:off x="7188325"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2" name="Google Shape;292;p56"/>
          <p:cNvSpPr txBox="1"/>
          <p:nvPr>
            <p:ph idx="17" type="subTitle"/>
          </p:nvPr>
        </p:nvSpPr>
        <p:spPr>
          <a:xfrm>
            <a:off x="7188325"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3" name="Google Shape;293;p56"/>
          <p:cNvSpPr txBox="1"/>
          <p:nvPr>
            <p:ph idx="18" type="subTitle"/>
          </p:nvPr>
        </p:nvSpPr>
        <p:spPr>
          <a:xfrm>
            <a:off x="7188325"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56"/>
          <p:cNvSpPr txBox="1"/>
          <p:nvPr>
            <p:ph idx="19" type="subTitle"/>
          </p:nvPr>
        </p:nvSpPr>
        <p:spPr>
          <a:xfrm>
            <a:off x="49248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5" name="Google Shape;295;p56"/>
          <p:cNvSpPr txBox="1"/>
          <p:nvPr>
            <p:ph idx="20" type="subTitle"/>
          </p:nvPr>
        </p:nvSpPr>
        <p:spPr>
          <a:xfrm>
            <a:off x="49248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6" name="Google Shape;296;p56"/>
          <p:cNvSpPr txBox="1"/>
          <p:nvPr>
            <p:ph idx="21" type="subTitle"/>
          </p:nvPr>
        </p:nvSpPr>
        <p:spPr>
          <a:xfrm>
            <a:off x="49248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56"/>
          <p:cNvSpPr txBox="1"/>
          <p:nvPr>
            <p:ph idx="22" type="subTitle"/>
          </p:nvPr>
        </p:nvSpPr>
        <p:spPr>
          <a:xfrm>
            <a:off x="2643513"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8" name="Google Shape;298;p56"/>
          <p:cNvSpPr txBox="1"/>
          <p:nvPr>
            <p:ph idx="23" type="subTitle"/>
          </p:nvPr>
        </p:nvSpPr>
        <p:spPr>
          <a:xfrm>
            <a:off x="2643513"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9" name="Google Shape;299;p56"/>
          <p:cNvSpPr txBox="1"/>
          <p:nvPr>
            <p:ph idx="24" type="subTitle"/>
          </p:nvPr>
        </p:nvSpPr>
        <p:spPr>
          <a:xfrm>
            <a:off x="2643513"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57"/>
          <p:cNvSpPr txBox="1"/>
          <p:nvPr>
            <p:ph idx="1" type="subTitle"/>
          </p:nvPr>
        </p:nvSpPr>
        <p:spPr>
          <a:xfrm>
            <a:off x="675060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02" name="Google Shape;302;p57"/>
          <p:cNvSpPr txBox="1"/>
          <p:nvPr>
            <p:ph idx="2" type="subTitle"/>
          </p:nvPr>
        </p:nvSpPr>
        <p:spPr>
          <a:xfrm>
            <a:off x="675060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03" name="Google Shape;303;p57"/>
          <p:cNvSpPr txBox="1"/>
          <p:nvPr>
            <p:ph idx="3" type="subTitle"/>
          </p:nvPr>
        </p:nvSpPr>
        <p:spPr>
          <a:xfrm>
            <a:off x="675060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57"/>
          <p:cNvSpPr/>
          <p:nvPr>
            <p:ph idx="4" type="pic"/>
          </p:nvPr>
        </p:nvSpPr>
        <p:spPr>
          <a:xfrm>
            <a:off x="6080709" y="1066100"/>
            <a:ext cx="530400" cy="530400"/>
          </a:xfrm>
          <a:prstGeom prst="rect">
            <a:avLst/>
          </a:prstGeom>
          <a:noFill/>
          <a:ln>
            <a:noFill/>
          </a:ln>
        </p:spPr>
      </p:sp>
      <p:sp>
        <p:nvSpPr>
          <p:cNvPr id="305" name="Google Shape;305;p57"/>
          <p:cNvSpPr txBox="1"/>
          <p:nvPr>
            <p:ph idx="5" type="subTitle"/>
          </p:nvPr>
        </p:nvSpPr>
        <p:spPr>
          <a:xfrm>
            <a:off x="382455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06" name="Google Shape;306;p57"/>
          <p:cNvSpPr txBox="1"/>
          <p:nvPr>
            <p:ph idx="6" type="subTitle"/>
          </p:nvPr>
        </p:nvSpPr>
        <p:spPr>
          <a:xfrm>
            <a:off x="382455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07" name="Google Shape;307;p57"/>
          <p:cNvSpPr txBox="1"/>
          <p:nvPr>
            <p:ph idx="7" type="subTitle"/>
          </p:nvPr>
        </p:nvSpPr>
        <p:spPr>
          <a:xfrm>
            <a:off x="382455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57"/>
          <p:cNvSpPr/>
          <p:nvPr>
            <p:ph idx="8" type="pic"/>
          </p:nvPr>
        </p:nvSpPr>
        <p:spPr>
          <a:xfrm>
            <a:off x="3154659" y="1066100"/>
            <a:ext cx="530400" cy="530400"/>
          </a:xfrm>
          <a:prstGeom prst="rect">
            <a:avLst/>
          </a:prstGeom>
          <a:noFill/>
          <a:ln>
            <a:noFill/>
          </a:ln>
        </p:spPr>
      </p:sp>
      <p:sp>
        <p:nvSpPr>
          <p:cNvPr id="309" name="Google Shape;309;p57"/>
          <p:cNvSpPr txBox="1"/>
          <p:nvPr>
            <p:ph idx="9" type="subTitle"/>
          </p:nvPr>
        </p:nvSpPr>
        <p:spPr>
          <a:xfrm>
            <a:off x="675060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0" name="Google Shape;310;p57"/>
          <p:cNvSpPr txBox="1"/>
          <p:nvPr>
            <p:ph idx="13" type="subTitle"/>
          </p:nvPr>
        </p:nvSpPr>
        <p:spPr>
          <a:xfrm>
            <a:off x="675060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1" name="Google Shape;311;p57"/>
          <p:cNvSpPr txBox="1"/>
          <p:nvPr>
            <p:ph idx="14" type="subTitle"/>
          </p:nvPr>
        </p:nvSpPr>
        <p:spPr>
          <a:xfrm>
            <a:off x="675060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57"/>
          <p:cNvSpPr/>
          <p:nvPr>
            <p:ph idx="15" type="pic"/>
          </p:nvPr>
        </p:nvSpPr>
        <p:spPr>
          <a:xfrm>
            <a:off x="6080709" y="1975864"/>
            <a:ext cx="530400" cy="530400"/>
          </a:xfrm>
          <a:prstGeom prst="rect">
            <a:avLst/>
          </a:prstGeom>
          <a:noFill/>
          <a:ln>
            <a:noFill/>
          </a:ln>
        </p:spPr>
      </p:sp>
      <p:sp>
        <p:nvSpPr>
          <p:cNvPr id="313" name="Google Shape;313;p57"/>
          <p:cNvSpPr txBox="1"/>
          <p:nvPr>
            <p:ph idx="16" type="subTitle"/>
          </p:nvPr>
        </p:nvSpPr>
        <p:spPr>
          <a:xfrm>
            <a:off x="382455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4" name="Google Shape;314;p57"/>
          <p:cNvSpPr txBox="1"/>
          <p:nvPr>
            <p:ph idx="17" type="subTitle"/>
          </p:nvPr>
        </p:nvSpPr>
        <p:spPr>
          <a:xfrm>
            <a:off x="382455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5" name="Google Shape;315;p57"/>
          <p:cNvSpPr txBox="1"/>
          <p:nvPr>
            <p:ph idx="18" type="subTitle"/>
          </p:nvPr>
        </p:nvSpPr>
        <p:spPr>
          <a:xfrm>
            <a:off x="382455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57"/>
          <p:cNvSpPr/>
          <p:nvPr>
            <p:ph idx="19" type="pic"/>
          </p:nvPr>
        </p:nvSpPr>
        <p:spPr>
          <a:xfrm>
            <a:off x="3154659" y="1975864"/>
            <a:ext cx="530400" cy="530400"/>
          </a:xfrm>
          <a:prstGeom prst="rect">
            <a:avLst/>
          </a:prstGeom>
          <a:noFill/>
          <a:ln>
            <a:noFill/>
          </a:ln>
        </p:spPr>
      </p:sp>
      <p:sp>
        <p:nvSpPr>
          <p:cNvPr id="317" name="Google Shape;317;p57"/>
          <p:cNvSpPr txBox="1"/>
          <p:nvPr>
            <p:ph idx="20" type="subTitle"/>
          </p:nvPr>
        </p:nvSpPr>
        <p:spPr>
          <a:xfrm>
            <a:off x="675060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8" name="Google Shape;318;p57"/>
          <p:cNvSpPr txBox="1"/>
          <p:nvPr>
            <p:ph idx="21" type="subTitle"/>
          </p:nvPr>
        </p:nvSpPr>
        <p:spPr>
          <a:xfrm>
            <a:off x="675060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9" name="Google Shape;319;p57"/>
          <p:cNvSpPr txBox="1"/>
          <p:nvPr>
            <p:ph idx="22" type="subTitle"/>
          </p:nvPr>
        </p:nvSpPr>
        <p:spPr>
          <a:xfrm>
            <a:off x="675060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57"/>
          <p:cNvSpPr/>
          <p:nvPr>
            <p:ph idx="23" type="pic"/>
          </p:nvPr>
        </p:nvSpPr>
        <p:spPr>
          <a:xfrm>
            <a:off x="6080709" y="2883852"/>
            <a:ext cx="530400" cy="530400"/>
          </a:xfrm>
          <a:prstGeom prst="rect">
            <a:avLst/>
          </a:prstGeom>
          <a:noFill/>
          <a:ln>
            <a:noFill/>
          </a:ln>
        </p:spPr>
      </p:sp>
      <p:sp>
        <p:nvSpPr>
          <p:cNvPr id="321" name="Google Shape;321;p57"/>
          <p:cNvSpPr txBox="1"/>
          <p:nvPr>
            <p:ph idx="24" type="subTitle"/>
          </p:nvPr>
        </p:nvSpPr>
        <p:spPr>
          <a:xfrm>
            <a:off x="382455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22" name="Google Shape;322;p57"/>
          <p:cNvSpPr txBox="1"/>
          <p:nvPr>
            <p:ph idx="25" type="subTitle"/>
          </p:nvPr>
        </p:nvSpPr>
        <p:spPr>
          <a:xfrm>
            <a:off x="382455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23" name="Google Shape;323;p57"/>
          <p:cNvSpPr txBox="1"/>
          <p:nvPr>
            <p:ph idx="26" type="subTitle"/>
          </p:nvPr>
        </p:nvSpPr>
        <p:spPr>
          <a:xfrm>
            <a:off x="382455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57"/>
          <p:cNvSpPr/>
          <p:nvPr>
            <p:ph idx="27" type="pic"/>
          </p:nvPr>
        </p:nvSpPr>
        <p:spPr>
          <a:xfrm>
            <a:off x="3154659" y="2883852"/>
            <a:ext cx="530400" cy="530400"/>
          </a:xfrm>
          <a:prstGeom prst="rect">
            <a:avLst/>
          </a:prstGeom>
          <a:noFill/>
          <a:ln>
            <a:noFill/>
          </a:ln>
        </p:spPr>
      </p:sp>
      <p:sp>
        <p:nvSpPr>
          <p:cNvPr id="325" name="Google Shape;325;p57"/>
          <p:cNvSpPr txBox="1"/>
          <p:nvPr>
            <p:ph idx="28" type="subTitle"/>
          </p:nvPr>
        </p:nvSpPr>
        <p:spPr>
          <a:xfrm>
            <a:off x="675060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26" name="Google Shape;326;p57"/>
          <p:cNvSpPr txBox="1"/>
          <p:nvPr>
            <p:ph idx="29" type="subTitle"/>
          </p:nvPr>
        </p:nvSpPr>
        <p:spPr>
          <a:xfrm>
            <a:off x="675060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27" name="Google Shape;327;p57"/>
          <p:cNvSpPr txBox="1"/>
          <p:nvPr>
            <p:ph idx="30" type="subTitle"/>
          </p:nvPr>
        </p:nvSpPr>
        <p:spPr>
          <a:xfrm>
            <a:off x="675060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57"/>
          <p:cNvSpPr/>
          <p:nvPr>
            <p:ph idx="31" type="pic"/>
          </p:nvPr>
        </p:nvSpPr>
        <p:spPr>
          <a:xfrm>
            <a:off x="6080709" y="3805056"/>
            <a:ext cx="530400" cy="530400"/>
          </a:xfrm>
          <a:prstGeom prst="rect">
            <a:avLst/>
          </a:prstGeom>
          <a:noFill/>
          <a:ln>
            <a:noFill/>
          </a:ln>
        </p:spPr>
      </p:sp>
      <p:sp>
        <p:nvSpPr>
          <p:cNvPr id="329" name="Google Shape;329;p57"/>
          <p:cNvSpPr txBox="1"/>
          <p:nvPr>
            <p:ph idx="32" type="subTitle"/>
          </p:nvPr>
        </p:nvSpPr>
        <p:spPr>
          <a:xfrm>
            <a:off x="382455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30" name="Google Shape;330;p57"/>
          <p:cNvSpPr txBox="1"/>
          <p:nvPr>
            <p:ph idx="33" type="subTitle"/>
          </p:nvPr>
        </p:nvSpPr>
        <p:spPr>
          <a:xfrm>
            <a:off x="382455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31" name="Google Shape;331;p57"/>
          <p:cNvSpPr txBox="1"/>
          <p:nvPr>
            <p:ph idx="34" type="subTitle"/>
          </p:nvPr>
        </p:nvSpPr>
        <p:spPr>
          <a:xfrm>
            <a:off x="382455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57"/>
          <p:cNvSpPr/>
          <p:nvPr>
            <p:ph idx="35" type="pic"/>
          </p:nvPr>
        </p:nvSpPr>
        <p:spPr>
          <a:xfrm>
            <a:off x="3154659" y="3805056"/>
            <a:ext cx="530400" cy="530400"/>
          </a:xfrm>
          <a:prstGeom prst="rect">
            <a:avLst/>
          </a:prstGeom>
          <a:noFill/>
          <a:ln>
            <a:noFill/>
          </a:ln>
        </p:spPr>
      </p:sp>
      <p:sp>
        <p:nvSpPr>
          <p:cNvPr id="333" name="Google Shape;333;p57"/>
          <p:cNvSpPr txBox="1"/>
          <p:nvPr>
            <p:ph type="title"/>
          </p:nvPr>
        </p:nvSpPr>
        <p:spPr>
          <a:xfrm>
            <a:off x="361975" y="962100"/>
            <a:ext cx="24507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334" name="Google Shape;334;p5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57"/>
          <p:cNvSpPr txBox="1"/>
          <p:nvPr>
            <p:ph idx="3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58"/>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38" name="Google Shape;338;p58"/>
          <p:cNvSpPr txBox="1"/>
          <p:nvPr>
            <p:ph type="title"/>
          </p:nvPr>
        </p:nvSpPr>
        <p:spPr>
          <a:xfrm>
            <a:off x="4975925" y="989088"/>
            <a:ext cx="37836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339" name="Google Shape;339;p58"/>
          <p:cNvSpPr/>
          <p:nvPr>
            <p:ph idx="2" type="pic"/>
          </p:nvPr>
        </p:nvSpPr>
        <p:spPr>
          <a:xfrm flipH="1">
            <a:off x="953803" y="1066100"/>
            <a:ext cx="2664300" cy="3002700"/>
          </a:xfrm>
          <a:prstGeom prst="rect">
            <a:avLst/>
          </a:prstGeom>
          <a:noFill/>
          <a:ln>
            <a:noFill/>
          </a:ln>
        </p:spPr>
      </p:sp>
      <p:sp>
        <p:nvSpPr>
          <p:cNvPr id="340" name="Google Shape;340;p58"/>
          <p:cNvSpPr txBox="1"/>
          <p:nvPr>
            <p:ph idx="1" type="body"/>
          </p:nvPr>
        </p:nvSpPr>
        <p:spPr>
          <a:xfrm>
            <a:off x="4975925" y="4125662"/>
            <a:ext cx="3783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5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58"/>
          <p:cNvSpPr txBox="1"/>
          <p:nvPr>
            <p:ph idx="3" type="body"/>
          </p:nvPr>
        </p:nvSpPr>
        <p:spPr>
          <a:xfrm>
            <a:off x="4975925" y="1943891"/>
            <a:ext cx="3783600" cy="1243200"/>
          </a:xfrm>
          <a:prstGeom prst="rect">
            <a:avLst/>
          </a:prstGeom>
          <a:noFill/>
          <a:ln>
            <a:noFill/>
          </a:ln>
        </p:spPr>
        <p:txBody>
          <a:bodyPr anchorCtr="0" anchor="t" bIns="0" lIns="0" spcFirstLastPara="1" rIns="0" wrap="square" tIns="0">
            <a:noAutofit/>
          </a:bodyPr>
          <a:lstStyle>
            <a:lvl1pPr indent="-330200" lvl="0" marL="457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58"/>
          <p:cNvSpPr txBox="1"/>
          <p:nvPr>
            <p:ph idx="4" type="subTitle"/>
          </p:nvPr>
        </p:nvSpPr>
        <p:spPr>
          <a:xfrm>
            <a:off x="4975925" y="732775"/>
            <a:ext cx="37836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58"/>
          <p:cNvSpPr txBox="1"/>
          <p:nvPr>
            <p:ph idx="5" type="subTitle"/>
          </p:nvPr>
        </p:nvSpPr>
        <p:spPr>
          <a:xfrm>
            <a:off x="4975925" y="1647132"/>
            <a:ext cx="37836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900"/>
            </a:lvl1pPr>
            <a:lvl2pPr lvl="1" algn="l">
              <a:lnSpc>
                <a:spcPct val="115000"/>
              </a:lnSpc>
              <a:spcBef>
                <a:spcPts val="0"/>
              </a:spcBef>
              <a:spcAft>
                <a:spcPts val="0"/>
              </a:spcAft>
              <a:buSzPts val="900"/>
              <a:buNone/>
              <a:defRPr sz="900"/>
            </a:lvl2pPr>
            <a:lvl3pPr lvl="2" algn="l">
              <a:lnSpc>
                <a:spcPct val="115000"/>
              </a:lnSpc>
              <a:spcBef>
                <a:spcPts val="0"/>
              </a:spcBef>
              <a:spcAft>
                <a:spcPts val="0"/>
              </a:spcAft>
              <a:buSzPts val="900"/>
              <a:buNone/>
              <a:defRPr sz="900"/>
            </a:lvl3pPr>
            <a:lvl4pPr lvl="3" algn="l">
              <a:lnSpc>
                <a:spcPct val="115000"/>
              </a:lnSpc>
              <a:spcBef>
                <a:spcPts val="0"/>
              </a:spcBef>
              <a:spcAft>
                <a:spcPts val="0"/>
              </a:spcAft>
              <a:buSzPts val="900"/>
              <a:buNone/>
              <a:defRPr sz="900"/>
            </a:lvl4pPr>
            <a:lvl5pPr lvl="4" algn="l">
              <a:lnSpc>
                <a:spcPct val="115000"/>
              </a:lnSpc>
              <a:spcBef>
                <a:spcPts val="0"/>
              </a:spcBef>
              <a:spcAft>
                <a:spcPts val="0"/>
              </a:spcAft>
              <a:buSzPts val="900"/>
              <a:buNone/>
              <a:defRPr sz="900"/>
            </a:lvl5pPr>
            <a:lvl6pPr lvl="5" algn="l">
              <a:lnSpc>
                <a:spcPct val="115000"/>
              </a:lnSpc>
              <a:spcBef>
                <a:spcPts val="0"/>
              </a:spcBef>
              <a:spcAft>
                <a:spcPts val="0"/>
              </a:spcAft>
              <a:buSzPts val="900"/>
              <a:buNone/>
              <a:defRPr sz="900"/>
            </a:lvl6pPr>
            <a:lvl7pPr lvl="6" algn="l">
              <a:lnSpc>
                <a:spcPct val="115000"/>
              </a:lnSpc>
              <a:spcBef>
                <a:spcPts val="0"/>
              </a:spcBef>
              <a:spcAft>
                <a:spcPts val="0"/>
              </a:spcAft>
              <a:buSzPts val="900"/>
              <a:buNone/>
              <a:defRPr sz="900"/>
            </a:lvl7pPr>
            <a:lvl8pPr lvl="7" algn="l">
              <a:lnSpc>
                <a:spcPct val="115000"/>
              </a:lnSpc>
              <a:spcBef>
                <a:spcPts val="0"/>
              </a:spcBef>
              <a:spcAft>
                <a:spcPts val="0"/>
              </a:spcAft>
              <a:buSzPts val="900"/>
              <a:buNone/>
              <a:defRPr sz="900"/>
            </a:lvl8pPr>
            <a:lvl9pPr lvl="8" algn="l">
              <a:lnSpc>
                <a:spcPct val="115000"/>
              </a:lnSpc>
              <a:spcBef>
                <a:spcPts val="0"/>
              </a:spcBef>
              <a:spcAft>
                <a:spcPts val="0"/>
              </a:spcAft>
              <a:buSzPts val="900"/>
              <a:buNone/>
              <a:defRPr sz="900"/>
            </a:lvl9pPr>
          </a:lstStyle>
          <a:p/>
        </p:txBody>
      </p:sp>
      <p:sp>
        <p:nvSpPr>
          <p:cNvPr id="345" name="Google Shape;345;p58"/>
          <p:cNvSpPr txBox="1"/>
          <p:nvPr>
            <p:ph idx="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59"/>
          <p:cNvGrpSpPr/>
          <p:nvPr/>
        </p:nvGrpSpPr>
        <p:grpSpPr>
          <a:xfrm>
            <a:off x="49" y="514398"/>
            <a:ext cx="9144297" cy="4115162"/>
            <a:chOff x="-18500" y="514395"/>
            <a:chExt cx="9219900" cy="4115162"/>
          </a:xfrm>
        </p:grpSpPr>
        <p:cxnSp>
          <p:nvCxnSpPr>
            <p:cNvPr id="348" name="Google Shape;348;p59"/>
            <p:cNvCxnSpPr/>
            <p:nvPr/>
          </p:nvCxnSpPr>
          <p:spPr>
            <a:xfrm>
              <a:off x="-18500" y="1028790"/>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49" name="Google Shape;349;p59"/>
            <p:cNvCxnSpPr/>
            <p:nvPr/>
          </p:nvCxnSpPr>
          <p:spPr>
            <a:xfrm>
              <a:off x="-18500" y="462955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0" name="Google Shape;350;p59"/>
            <p:cNvCxnSpPr/>
            <p:nvPr/>
          </p:nvCxnSpPr>
          <p:spPr>
            <a:xfrm>
              <a:off x="-18500" y="4115162"/>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1" name="Google Shape;351;p59"/>
            <p:cNvCxnSpPr/>
            <p:nvPr/>
          </p:nvCxnSpPr>
          <p:spPr>
            <a:xfrm>
              <a:off x="-18500" y="360076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2" name="Google Shape;352;p59"/>
            <p:cNvCxnSpPr/>
            <p:nvPr/>
          </p:nvCxnSpPr>
          <p:spPr>
            <a:xfrm>
              <a:off x="-18500" y="308637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3" name="Google Shape;353;p59"/>
            <p:cNvCxnSpPr/>
            <p:nvPr/>
          </p:nvCxnSpPr>
          <p:spPr>
            <a:xfrm>
              <a:off x="-18500" y="257197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4" name="Google Shape;354;p59"/>
            <p:cNvCxnSpPr/>
            <p:nvPr/>
          </p:nvCxnSpPr>
          <p:spPr>
            <a:xfrm>
              <a:off x="-18500" y="205758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5" name="Google Shape;355;p59"/>
            <p:cNvCxnSpPr/>
            <p:nvPr/>
          </p:nvCxnSpPr>
          <p:spPr>
            <a:xfrm>
              <a:off x="-18500" y="154318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6" name="Google Shape;356;p59"/>
            <p:cNvCxnSpPr/>
            <p:nvPr/>
          </p:nvCxnSpPr>
          <p:spPr>
            <a:xfrm>
              <a:off x="-18500" y="514395"/>
              <a:ext cx="9219900" cy="0"/>
            </a:xfrm>
            <a:prstGeom prst="straightConnector1">
              <a:avLst/>
            </a:prstGeom>
            <a:noFill/>
            <a:ln cap="flat" cmpd="sng" w="9525">
              <a:solidFill>
                <a:schemeClr val="accent6"/>
              </a:solidFill>
              <a:prstDash val="solid"/>
              <a:round/>
              <a:headEnd len="sm" w="sm" type="none"/>
              <a:tailEnd len="sm" w="sm" type="none"/>
            </a:ln>
          </p:spPr>
        </p:cxnSp>
      </p:grpSp>
      <p:sp>
        <p:nvSpPr>
          <p:cNvPr id="357" name="Google Shape;357;p5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5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9" name="Google Shape;359;p59"/>
          <p:cNvSpPr txBox="1"/>
          <p:nvPr>
            <p:ph idx="2"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60"/>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362" name="Google Shape;362;p60"/>
          <p:cNvSpPr txBox="1"/>
          <p:nvPr>
            <p:ph type="title"/>
          </p:nvPr>
        </p:nvSpPr>
        <p:spPr>
          <a:xfrm>
            <a:off x="451472" y="2024100"/>
            <a:ext cx="4163100" cy="1372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4200">
                <a:solidFill>
                  <a:schemeClr val="dk1"/>
                </a:solidFill>
              </a:defRPr>
            </a:lvl2pPr>
            <a:lvl3pPr lvl="2" algn="l">
              <a:lnSpc>
                <a:spcPct val="90000"/>
              </a:lnSpc>
              <a:spcBef>
                <a:spcPts val="0"/>
              </a:spcBef>
              <a:spcAft>
                <a:spcPts val="0"/>
              </a:spcAft>
              <a:buSzPts val="1400"/>
              <a:buNone/>
              <a:defRPr sz="4200">
                <a:solidFill>
                  <a:schemeClr val="dk1"/>
                </a:solidFill>
              </a:defRPr>
            </a:lvl3pPr>
            <a:lvl4pPr lvl="3" algn="l">
              <a:lnSpc>
                <a:spcPct val="90000"/>
              </a:lnSpc>
              <a:spcBef>
                <a:spcPts val="0"/>
              </a:spcBef>
              <a:spcAft>
                <a:spcPts val="0"/>
              </a:spcAft>
              <a:buSzPts val="1400"/>
              <a:buNone/>
              <a:defRPr sz="4200">
                <a:solidFill>
                  <a:schemeClr val="dk1"/>
                </a:solidFill>
              </a:defRPr>
            </a:lvl4pPr>
            <a:lvl5pPr lvl="4" algn="l">
              <a:lnSpc>
                <a:spcPct val="90000"/>
              </a:lnSpc>
              <a:spcBef>
                <a:spcPts val="0"/>
              </a:spcBef>
              <a:spcAft>
                <a:spcPts val="0"/>
              </a:spcAft>
              <a:buSzPts val="1400"/>
              <a:buNone/>
              <a:defRPr sz="4200">
                <a:solidFill>
                  <a:schemeClr val="dk1"/>
                </a:solidFill>
              </a:defRPr>
            </a:lvl5pPr>
            <a:lvl6pPr lvl="5" algn="l">
              <a:lnSpc>
                <a:spcPct val="90000"/>
              </a:lnSpc>
              <a:spcBef>
                <a:spcPts val="0"/>
              </a:spcBef>
              <a:spcAft>
                <a:spcPts val="0"/>
              </a:spcAft>
              <a:buSzPts val="1400"/>
              <a:buNone/>
              <a:defRPr sz="4200">
                <a:solidFill>
                  <a:schemeClr val="dk1"/>
                </a:solidFill>
              </a:defRPr>
            </a:lvl6pPr>
            <a:lvl7pPr lvl="6" algn="l">
              <a:lnSpc>
                <a:spcPct val="90000"/>
              </a:lnSpc>
              <a:spcBef>
                <a:spcPts val="0"/>
              </a:spcBef>
              <a:spcAft>
                <a:spcPts val="0"/>
              </a:spcAft>
              <a:buSzPts val="1400"/>
              <a:buNone/>
              <a:defRPr sz="4200">
                <a:solidFill>
                  <a:schemeClr val="dk1"/>
                </a:solidFill>
              </a:defRPr>
            </a:lvl7pPr>
            <a:lvl8pPr lvl="7" algn="l">
              <a:lnSpc>
                <a:spcPct val="90000"/>
              </a:lnSpc>
              <a:spcBef>
                <a:spcPts val="0"/>
              </a:spcBef>
              <a:spcAft>
                <a:spcPts val="0"/>
              </a:spcAft>
              <a:buSzPts val="1400"/>
              <a:buNone/>
              <a:defRPr sz="4200">
                <a:solidFill>
                  <a:schemeClr val="dk1"/>
                </a:solidFill>
              </a:defRPr>
            </a:lvl8pPr>
            <a:lvl9pPr lvl="8" algn="l">
              <a:lnSpc>
                <a:spcPct val="90000"/>
              </a:lnSpc>
              <a:spcBef>
                <a:spcPts val="0"/>
              </a:spcBef>
              <a:spcAft>
                <a:spcPts val="0"/>
              </a:spcAft>
              <a:buSzPts val="1400"/>
              <a:buNone/>
              <a:defRPr sz="4200">
                <a:solidFill>
                  <a:schemeClr val="dk1"/>
                </a:solidFill>
              </a:defRPr>
            </a:lvl9pPr>
          </a:lstStyle>
          <a:p/>
        </p:txBody>
      </p:sp>
      <p:sp>
        <p:nvSpPr>
          <p:cNvPr id="363" name="Google Shape;363;p60"/>
          <p:cNvSpPr txBox="1"/>
          <p:nvPr>
            <p:ph idx="1" type="subTitle"/>
          </p:nvPr>
        </p:nvSpPr>
        <p:spPr>
          <a:xfrm>
            <a:off x="451475" y="3776250"/>
            <a:ext cx="4163100" cy="426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6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6" name="Google Shape;366;p6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6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p6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75" name="Google Shape;375;p6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6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0" name="Google Shape;380;p6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6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6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5" name="Google Shape;385;p6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386" name="Google Shape;386;p6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6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70"/>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391" name="Google Shape;391;p7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72"/>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p72"/>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6" name="Google Shape;396;p72"/>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7" name="Google Shape;397;p72"/>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8" name="Google Shape;398;p72"/>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9" name="Google Shape;399;p72"/>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00" name="Google Shape;400;p72"/>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73"/>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4" name="Google Shape;404;p73"/>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74"/>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7" name="Google Shape;407;p74"/>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8" name="Google Shape;408;p74"/>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09" name="Google Shape;409;p74"/>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0" name="Google Shape;410;p74"/>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75"/>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13" name="Google Shape;413;p75"/>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14" name="Google Shape;414;p75"/>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5" name="Google Shape;415;p75"/>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6" name="Google Shape;416;p75"/>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7" name="Google Shape;417;p75"/>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8" name="Google Shape;418;p75"/>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76"/>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21" name="Google Shape;421;p76"/>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2" name="Google Shape;422;p76"/>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3" name="Google Shape;423;p76"/>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4" name="Google Shape;424;p76"/>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5" name="Google Shape;425;p76"/>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6" name="Google Shape;426;p76"/>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7" name="Google Shape;427;p76"/>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8" name="Google Shape;428;p76"/>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7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78"/>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34" name="Google Shape;434;p78"/>
          <p:cNvSpPr/>
          <p:nvPr>
            <p:ph idx="2" type="pic"/>
          </p:nvPr>
        </p:nvSpPr>
        <p:spPr>
          <a:xfrm>
            <a:off x="4804825" y="1133300"/>
            <a:ext cx="4027500" cy="2392800"/>
          </a:xfrm>
          <a:prstGeom prst="rect">
            <a:avLst/>
          </a:prstGeom>
          <a:noFill/>
          <a:ln>
            <a:noFill/>
          </a:ln>
        </p:spPr>
      </p:sp>
      <p:sp>
        <p:nvSpPr>
          <p:cNvPr id="435" name="Google Shape;435;p78"/>
          <p:cNvSpPr/>
          <p:nvPr>
            <p:ph idx="3" type="pic"/>
          </p:nvPr>
        </p:nvSpPr>
        <p:spPr>
          <a:xfrm>
            <a:off x="311725" y="1133300"/>
            <a:ext cx="4027500" cy="2392800"/>
          </a:xfrm>
          <a:prstGeom prst="rect">
            <a:avLst/>
          </a:prstGeom>
          <a:noFill/>
          <a:ln>
            <a:noFill/>
          </a:ln>
        </p:spPr>
      </p:sp>
      <p:sp>
        <p:nvSpPr>
          <p:cNvPr id="436" name="Google Shape;436;p78"/>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37" name="Google Shape;437;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8" name="Google Shape;438;p78"/>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39" name="Google Shape;439;p78"/>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79"/>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42" name="Google Shape;442;p79"/>
          <p:cNvSpPr/>
          <p:nvPr>
            <p:ph idx="2" type="pic"/>
          </p:nvPr>
        </p:nvSpPr>
        <p:spPr>
          <a:xfrm>
            <a:off x="6205225" y="1128325"/>
            <a:ext cx="2627100" cy="2273100"/>
          </a:xfrm>
          <a:prstGeom prst="rect">
            <a:avLst/>
          </a:prstGeom>
          <a:noFill/>
          <a:ln>
            <a:noFill/>
          </a:ln>
        </p:spPr>
      </p:sp>
      <p:sp>
        <p:nvSpPr>
          <p:cNvPr id="443" name="Google Shape;443;p79"/>
          <p:cNvSpPr/>
          <p:nvPr>
            <p:ph idx="3" type="pic"/>
          </p:nvPr>
        </p:nvSpPr>
        <p:spPr>
          <a:xfrm>
            <a:off x="311725" y="1128325"/>
            <a:ext cx="2627100" cy="2273100"/>
          </a:xfrm>
          <a:prstGeom prst="rect">
            <a:avLst/>
          </a:prstGeom>
          <a:noFill/>
          <a:ln>
            <a:noFill/>
          </a:ln>
        </p:spPr>
      </p:sp>
      <p:sp>
        <p:nvSpPr>
          <p:cNvPr id="444" name="Google Shape;444;p79"/>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5" name="Google Shape;445;p79"/>
          <p:cNvSpPr/>
          <p:nvPr>
            <p:ph idx="5" type="pic"/>
          </p:nvPr>
        </p:nvSpPr>
        <p:spPr>
          <a:xfrm>
            <a:off x="3255250" y="1128325"/>
            <a:ext cx="2627100" cy="2273100"/>
          </a:xfrm>
          <a:prstGeom prst="rect">
            <a:avLst/>
          </a:prstGeom>
          <a:noFill/>
          <a:ln>
            <a:noFill/>
          </a:ln>
        </p:spPr>
      </p:sp>
      <p:sp>
        <p:nvSpPr>
          <p:cNvPr id="446" name="Google Shape;446;p79"/>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7" name="Google Shape;447;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8" name="Google Shape;448;p79"/>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49" name="Google Shape;449;p79"/>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50" name="Google Shape;450;p79"/>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80"/>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81"/>
          <p:cNvSpPr/>
          <p:nvPr>
            <p:ph idx="2" type="pic"/>
          </p:nvPr>
        </p:nvSpPr>
        <p:spPr>
          <a:xfrm>
            <a:off x="3389600" y="118913"/>
            <a:ext cx="1643700" cy="1535100"/>
          </a:xfrm>
          <a:prstGeom prst="rect">
            <a:avLst/>
          </a:prstGeom>
          <a:noFill/>
          <a:ln>
            <a:noFill/>
          </a:ln>
        </p:spPr>
      </p:sp>
      <p:sp>
        <p:nvSpPr>
          <p:cNvPr id="455" name="Google Shape;455;p81"/>
          <p:cNvSpPr/>
          <p:nvPr>
            <p:ph idx="3" type="pic"/>
          </p:nvPr>
        </p:nvSpPr>
        <p:spPr>
          <a:xfrm>
            <a:off x="5195935" y="118913"/>
            <a:ext cx="1643700" cy="1535100"/>
          </a:xfrm>
          <a:prstGeom prst="rect">
            <a:avLst/>
          </a:prstGeom>
          <a:noFill/>
          <a:ln>
            <a:noFill/>
          </a:ln>
        </p:spPr>
      </p:sp>
      <p:sp>
        <p:nvSpPr>
          <p:cNvPr id="456" name="Google Shape;456;p81"/>
          <p:cNvSpPr/>
          <p:nvPr>
            <p:ph idx="4" type="pic"/>
          </p:nvPr>
        </p:nvSpPr>
        <p:spPr>
          <a:xfrm>
            <a:off x="7002270" y="118913"/>
            <a:ext cx="1643700" cy="1535100"/>
          </a:xfrm>
          <a:prstGeom prst="rect">
            <a:avLst/>
          </a:prstGeom>
          <a:noFill/>
          <a:ln>
            <a:noFill/>
          </a:ln>
        </p:spPr>
      </p:sp>
      <p:sp>
        <p:nvSpPr>
          <p:cNvPr id="457" name="Google Shape;457;p81"/>
          <p:cNvSpPr/>
          <p:nvPr>
            <p:ph idx="5" type="pic"/>
          </p:nvPr>
        </p:nvSpPr>
        <p:spPr>
          <a:xfrm>
            <a:off x="3389588" y="1804212"/>
            <a:ext cx="1643700" cy="1535100"/>
          </a:xfrm>
          <a:prstGeom prst="rect">
            <a:avLst/>
          </a:prstGeom>
          <a:noFill/>
          <a:ln>
            <a:noFill/>
          </a:ln>
        </p:spPr>
      </p:sp>
      <p:sp>
        <p:nvSpPr>
          <p:cNvPr id="458" name="Google Shape;458;p81"/>
          <p:cNvSpPr/>
          <p:nvPr>
            <p:ph idx="6" type="pic"/>
          </p:nvPr>
        </p:nvSpPr>
        <p:spPr>
          <a:xfrm>
            <a:off x="5195922" y="1804212"/>
            <a:ext cx="1643700" cy="1535100"/>
          </a:xfrm>
          <a:prstGeom prst="rect">
            <a:avLst/>
          </a:prstGeom>
          <a:noFill/>
          <a:ln>
            <a:noFill/>
          </a:ln>
        </p:spPr>
      </p:sp>
      <p:sp>
        <p:nvSpPr>
          <p:cNvPr id="459" name="Google Shape;459;p81"/>
          <p:cNvSpPr/>
          <p:nvPr>
            <p:ph idx="7" type="pic"/>
          </p:nvPr>
        </p:nvSpPr>
        <p:spPr>
          <a:xfrm>
            <a:off x="7002257" y="1804212"/>
            <a:ext cx="1643700" cy="1535100"/>
          </a:xfrm>
          <a:prstGeom prst="rect">
            <a:avLst/>
          </a:prstGeom>
          <a:noFill/>
          <a:ln>
            <a:noFill/>
          </a:ln>
        </p:spPr>
      </p:sp>
      <p:sp>
        <p:nvSpPr>
          <p:cNvPr id="460" name="Google Shape;460;p81"/>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1" name="Google Shape;461;p81"/>
          <p:cNvSpPr/>
          <p:nvPr>
            <p:ph idx="8" type="pic"/>
          </p:nvPr>
        </p:nvSpPr>
        <p:spPr>
          <a:xfrm>
            <a:off x="3389588" y="3489487"/>
            <a:ext cx="1643700" cy="1535100"/>
          </a:xfrm>
          <a:prstGeom prst="rect">
            <a:avLst/>
          </a:prstGeom>
          <a:noFill/>
          <a:ln>
            <a:noFill/>
          </a:ln>
        </p:spPr>
      </p:sp>
      <p:sp>
        <p:nvSpPr>
          <p:cNvPr id="462" name="Google Shape;462;p81"/>
          <p:cNvSpPr/>
          <p:nvPr>
            <p:ph idx="9" type="pic"/>
          </p:nvPr>
        </p:nvSpPr>
        <p:spPr>
          <a:xfrm>
            <a:off x="5195922" y="3489487"/>
            <a:ext cx="1643700" cy="1535100"/>
          </a:xfrm>
          <a:prstGeom prst="rect">
            <a:avLst/>
          </a:prstGeom>
          <a:noFill/>
          <a:ln>
            <a:noFill/>
          </a:ln>
        </p:spPr>
      </p:sp>
      <p:sp>
        <p:nvSpPr>
          <p:cNvPr id="463" name="Google Shape;463;p8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28"/>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marR="0" rtl="0" algn="l">
              <a:lnSpc>
                <a:spcPct val="115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15000"/>
              </a:lnSpc>
              <a:spcBef>
                <a:spcPts val="800"/>
              </a:spcBef>
              <a:spcAft>
                <a:spcPts val="80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
        <p:nvSpPr>
          <p:cNvPr id="7" name="Google Shape;7;p28"/>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3000"/>
              <a:buFont typeface="Newsreader"/>
              <a:buNone/>
              <a:defRPr b="0" i="0" sz="3000" u="none" cap="none" strike="noStrike">
                <a:solidFill>
                  <a:schemeClr val="lt1"/>
                </a:solidFill>
                <a:latin typeface="Newsreader"/>
                <a:ea typeface="Newsreader"/>
                <a:cs typeface="Newsreader"/>
                <a:sym typeface="Newsread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8"/>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1"/>
          <p:cNvPicPr preferRelativeResize="0"/>
          <p:nvPr/>
        </p:nvPicPr>
        <p:blipFill rotWithShape="1">
          <a:blip r:embed="rId3">
            <a:alphaModFix/>
          </a:blip>
          <a:srcRect b="0" l="0" r="0" t="0"/>
          <a:stretch/>
        </p:blipFill>
        <p:spPr>
          <a:xfrm>
            <a:off x="6154050" y="152400"/>
            <a:ext cx="2790250" cy="4838700"/>
          </a:xfrm>
          <a:prstGeom prst="rect">
            <a:avLst/>
          </a:prstGeom>
          <a:noFill/>
          <a:ln>
            <a:noFill/>
          </a:ln>
        </p:spPr>
      </p:pic>
      <p:sp>
        <p:nvSpPr>
          <p:cNvPr id="469" name="Google Shape;469;p1"/>
          <p:cNvSpPr txBox="1"/>
          <p:nvPr/>
        </p:nvSpPr>
        <p:spPr>
          <a:xfrm>
            <a:off x="1055350" y="608900"/>
            <a:ext cx="4934100" cy="186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1" i="0" lang="en" sz="4200" u="none" cap="none" strike="noStrike">
                <a:solidFill>
                  <a:srgbClr val="FFFFFF"/>
                </a:solidFill>
                <a:latin typeface="Newsreader"/>
                <a:ea typeface="Newsreader"/>
                <a:cs typeface="Newsreader"/>
                <a:sym typeface="Newsreader"/>
              </a:rPr>
              <a:t>RCB </a:t>
            </a:r>
            <a:endParaRPr b="1" i="0" sz="4200" u="none" cap="none" strike="noStrike">
              <a:solidFill>
                <a:srgbClr val="FFFFFF"/>
              </a:solidFill>
              <a:latin typeface="Newsreader"/>
              <a:ea typeface="Newsreader"/>
              <a:cs typeface="Newsreader"/>
              <a:sym typeface="Newsreader"/>
            </a:endParaRPr>
          </a:p>
          <a:p>
            <a:pPr indent="0" lvl="0" marL="0" marR="0" rtl="0" algn="ctr">
              <a:lnSpc>
                <a:spcPct val="100000"/>
              </a:lnSpc>
              <a:spcBef>
                <a:spcPts val="0"/>
              </a:spcBef>
              <a:spcAft>
                <a:spcPts val="0"/>
              </a:spcAft>
              <a:buClr>
                <a:srgbClr val="000000"/>
              </a:buClr>
              <a:buSzPts val="4200"/>
              <a:buFont typeface="Arial"/>
              <a:buNone/>
            </a:pPr>
            <a:r>
              <a:rPr b="1" i="0" lang="en" sz="4200" u="none" cap="none" strike="noStrike">
                <a:solidFill>
                  <a:srgbClr val="FFFFFF"/>
                </a:solidFill>
                <a:latin typeface="Newsreader"/>
                <a:ea typeface="Newsreader"/>
                <a:cs typeface="Newsreader"/>
                <a:sym typeface="Newsreader"/>
              </a:rPr>
              <a:t>Winning Strategy</a:t>
            </a:r>
            <a:endParaRPr b="1" i="0" sz="4200" u="none" cap="none" strike="noStrike">
              <a:solidFill>
                <a:srgbClr val="FFFFFF"/>
              </a:solidFill>
              <a:latin typeface="Newsreader"/>
              <a:ea typeface="Newsreader"/>
              <a:cs typeface="Newsreader"/>
              <a:sym typeface="Newsreader"/>
            </a:endParaRPr>
          </a:p>
          <a:p>
            <a:pPr indent="0" lvl="0" marL="0" marR="0" rtl="0" algn="ctr">
              <a:lnSpc>
                <a:spcPct val="100000"/>
              </a:lnSpc>
              <a:spcBef>
                <a:spcPts val="0"/>
              </a:spcBef>
              <a:spcAft>
                <a:spcPts val="0"/>
              </a:spcAft>
              <a:buClr>
                <a:srgbClr val="000000"/>
              </a:buClr>
              <a:buSzPts val="4200"/>
              <a:buFont typeface="Arial"/>
              <a:buNone/>
            </a:pPr>
            <a:r>
              <a:t/>
            </a:r>
            <a:endParaRPr b="1" i="0" sz="4200" u="none" cap="none" strike="noStrike">
              <a:solidFill>
                <a:srgbClr val="FFFFFF"/>
              </a:solidFill>
              <a:latin typeface="Newsreader"/>
              <a:ea typeface="Newsreader"/>
              <a:cs typeface="Newsreader"/>
              <a:sym typeface="Newsreader"/>
            </a:endParaRPr>
          </a:p>
        </p:txBody>
      </p:sp>
      <p:sp>
        <p:nvSpPr>
          <p:cNvPr id="470" name="Google Shape;470;p1"/>
          <p:cNvSpPr txBox="1"/>
          <p:nvPr/>
        </p:nvSpPr>
        <p:spPr>
          <a:xfrm>
            <a:off x="931950" y="2458200"/>
            <a:ext cx="5057400" cy="1759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000"/>
              <a:buFont typeface="Arial"/>
              <a:buNone/>
            </a:pPr>
            <a:r>
              <a:rPr b="0" i="0" lang="en" sz="3000" u="none" cap="none" strike="noStrike">
                <a:solidFill>
                  <a:schemeClr val="accent6"/>
                </a:solidFill>
                <a:latin typeface="Newsreader"/>
                <a:ea typeface="Newsreader"/>
                <a:cs typeface="Newsreader"/>
                <a:sym typeface="Newsreader"/>
              </a:rPr>
              <a:t>Bagging Game-Changers</a:t>
            </a:r>
            <a:endParaRPr b="0" i="0" sz="3000" u="none" cap="none" strike="noStrike">
              <a:solidFill>
                <a:schemeClr val="accent6"/>
              </a:solidFill>
              <a:latin typeface="Newsreader"/>
              <a:ea typeface="Newsreader"/>
              <a:cs typeface="Newsreader"/>
              <a:sym typeface="Newsreader"/>
            </a:endParaRPr>
          </a:p>
          <a:p>
            <a:pPr indent="0" lvl="0" marL="0" marR="0" rtl="0" algn="ctr">
              <a:lnSpc>
                <a:spcPct val="115000"/>
              </a:lnSpc>
              <a:spcBef>
                <a:spcPts val="0"/>
              </a:spcBef>
              <a:spcAft>
                <a:spcPts val="0"/>
              </a:spcAft>
              <a:buClr>
                <a:srgbClr val="000000"/>
              </a:buClr>
              <a:buSzPts val="3000"/>
              <a:buFont typeface="Arial"/>
              <a:buNone/>
            </a:pPr>
            <a:r>
              <a:rPr b="0" i="0" lang="en" sz="3000" u="none" cap="none" strike="noStrike">
                <a:solidFill>
                  <a:schemeClr val="accent6"/>
                </a:solidFill>
                <a:latin typeface="Newsreader"/>
                <a:ea typeface="Newsreader"/>
                <a:cs typeface="Newsreader"/>
                <a:sym typeface="Newsreader"/>
              </a:rPr>
              <a:t>in the IPL Auction</a:t>
            </a:r>
            <a:endParaRPr b="0" i="0" sz="2000" u="none" cap="none" strike="noStrike">
              <a:solidFill>
                <a:schemeClr val="accent6"/>
              </a:solidFill>
              <a:latin typeface="Newsreader"/>
              <a:ea typeface="Newsreader"/>
              <a:cs typeface="Newsreader"/>
              <a:sym typeface="Newsreader"/>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DM Sans"/>
              <a:ea typeface="DM Sans"/>
              <a:cs typeface="DM Sans"/>
              <a:sym typeface="DM Sans"/>
            </a:endParaRPr>
          </a:p>
        </p:txBody>
      </p:sp>
      <p:sp>
        <p:nvSpPr>
          <p:cNvPr id="471" name="Google Shape;471;p1"/>
          <p:cNvSpPr txBox="1"/>
          <p:nvPr/>
        </p:nvSpPr>
        <p:spPr>
          <a:xfrm>
            <a:off x="3501750" y="4408500"/>
            <a:ext cx="2487600" cy="58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DM Sans"/>
                <a:ea typeface="DM Sans"/>
                <a:cs typeface="DM Sans"/>
                <a:sym typeface="DM Sans"/>
              </a:rPr>
              <a:t>KIRAN KUMAR PRADHAN</a:t>
            </a:r>
            <a:endParaRPr b="1" i="0" sz="1400" u="none" cap="none" strike="noStrike">
              <a:solidFill>
                <a:schemeClr val="accent6"/>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DM Sans"/>
                <a:ea typeface="DM Sans"/>
                <a:cs typeface="DM Sans"/>
                <a:sym typeface="DM Sans"/>
              </a:rPr>
              <a:t>MAY BATCH - 2025</a:t>
            </a:r>
            <a:endParaRPr b="1" i="0" sz="1400" u="none" cap="none" strike="noStrike">
              <a:solidFill>
                <a:schemeClr val="accent6"/>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2"/>
          <p:cNvPicPr preferRelativeResize="0"/>
          <p:nvPr/>
        </p:nvPicPr>
        <p:blipFill rotWithShape="1">
          <a:blip r:embed="rId3">
            <a:alphaModFix/>
          </a:blip>
          <a:srcRect b="0" l="0" r="0" t="0"/>
          <a:stretch/>
        </p:blipFill>
        <p:spPr>
          <a:xfrm>
            <a:off x="5161425" y="141550"/>
            <a:ext cx="3888324" cy="4860402"/>
          </a:xfrm>
          <a:prstGeom prst="rect">
            <a:avLst/>
          </a:prstGeom>
          <a:noFill/>
          <a:ln>
            <a:noFill/>
          </a:ln>
        </p:spPr>
      </p:pic>
      <p:sp>
        <p:nvSpPr>
          <p:cNvPr id="477" name="Google Shape;477;p2"/>
          <p:cNvSpPr txBox="1"/>
          <p:nvPr/>
        </p:nvSpPr>
        <p:spPr>
          <a:xfrm>
            <a:off x="304550" y="295125"/>
            <a:ext cx="4628100" cy="4378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ewsreader"/>
                <a:ea typeface="Newsreader"/>
                <a:cs typeface="Newsreader"/>
                <a:sym typeface="Newsreader"/>
              </a:rPr>
              <a:t>About RCB</a:t>
            </a:r>
            <a:endParaRPr b="1" i="0" sz="2000" u="none" cap="none" strike="noStrike">
              <a:solidFill>
                <a:schemeClr val="dk1"/>
              </a:solidFill>
              <a:latin typeface="Newsreader"/>
              <a:ea typeface="Newsreader"/>
              <a:cs typeface="Newsreader"/>
              <a:sym typeface="Newsreader"/>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accent6"/>
              </a:solidFill>
              <a:latin typeface="Newsreader"/>
              <a:ea typeface="Newsreader"/>
              <a:cs typeface="Newsreader"/>
              <a:sym typeface="Newsreader"/>
            </a:endParaRPr>
          </a:p>
          <a:p>
            <a:pPr indent="0" lvl="0" marL="0" marR="0" rtl="0" algn="l">
              <a:lnSpc>
                <a:spcPct val="115000"/>
              </a:lnSpc>
              <a:spcBef>
                <a:spcPts val="0"/>
              </a:spcBef>
              <a:spcAft>
                <a:spcPts val="0"/>
              </a:spcAft>
              <a:buClr>
                <a:srgbClr val="000000"/>
              </a:buClr>
              <a:buSzPts val="1700"/>
              <a:buFont typeface="Arial"/>
              <a:buNone/>
            </a:pPr>
            <a:r>
              <a:rPr b="0" i="0" lang="en" sz="1700" u="none" cap="none" strike="noStrike">
                <a:solidFill>
                  <a:schemeClr val="accent6"/>
                </a:solidFill>
                <a:latin typeface="Newsreader"/>
                <a:ea typeface="Newsreader"/>
                <a:cs typeface="Newsreader"/>
                <a:sym typeface="Newsreader"/>
              </a:rPr>
              <a:t>•Royal Challengers Bangalore (RCB) was established in 2008 as one of the original eight franchises in the Indian Premier League (IPL), purchased for Rs 464 crore, making it one of the league’s most expensive teams at launch</a:t>
            </a:r>
            <a:endParaRPr b="0" i="0" sz="1700" u="none" cap="none" strike="noStrike">
              <a:solidFill>
                <a:schemeClr val="accent6"/>
              </a:solidFill>
              <a:latin typeface="Newsreader"/>
              <a:ea typeface="Newsreader"/>
              <a:cs typeface="Newsreader"/>
              <a:sym typeface="Newsreader"/>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accent6"/>
              </a:solidFill>
              <a:latin typeface="Newsreader"/>
              <a:ea typeface="Newsreader"/>
              <a:cs typeface="Newsreader"/>
              <a:sym typeface="Newsreader"/>
            </a:endParaRPr>
          </a:p>
          <a:p>
            <a:pPr indent="0" lvl="0" marL="0" marR="0" rtl="0" algn="l">
              <a:lnSpc>
                <a:spcPct val="115000"/>
              </a:lnSpc>
              <a:spcBef>
                <a:spcPts val="0"/>
              </a:spcBef>
              <a:spcAft>
                <a:spcPts val="0"/>
              </a:spcAft>
              <a:buClr>
                <a:srgbClr val="000000"/>
              </a:buClr>
              <a:buSzPts val="1700"/>
              <a:buFont typeface="Arial"/>
              <a:buNone/>
            </a:pPr>
            <a:r>
              <a:rPr b="0" i="0" lang="en" sz="1700" u="none" cap="none" strike="noStrike">
                <a:solidFill>
                  <a:schemeClr val="accent6"/>
                </a:solidFill>
                <a:latin typeface="Newsreader"/>
                <a:ea typeface="Newsreader"/>
                <a:cs typeface="Newsreader"/>
                <a:sym typeface="Newsreader"/>
              </a:rPr>
              <a:t>•RCB was known for its star-studded line-ups but inconsistent results, finishing as IPL runners-up three times (2009, 2011, and 2016) and often missing the playoffs in other seasons despite its popularity and big-name acquisition.</a:t>
            </a:r>
            <a:endParaRPr b="0" i="0" sz="1700" u="none" cap="none" strike="noStrike">
              <a:solidFill>
                <a:schemeClr val="accent6"/>
              </a:solidFill>
              <a:latin typeface="Newsreader"/>
              <a:ea typeface="Newsreader"/>
              <a:cs typeface="Newsreader"/>
              <a:sym typeface="Newsreade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6"/>
              </a:solidFill>
              <a:latin typeface="Newsreader"/>
              <a:ea typeface="Newsreader"/>
              <a:cs typeface="Newsreader"/>
              <a:sym typeface="Newsread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83" name="Google Shape;483;p3"/>
          <p:cNvSpPr txBox="1"/>
          <p:nvPr/>
        </p:nvSpPr>
        <p:spPr>
          <a:xfrm>
            <a:off x="170100" y="127050"/>
            <a:ext cx="8863800" cy="4896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500"/>
              <a:buFont typeface="Arial"/>
              <a:buNone/>
            </a:pPr>
            <a:r>
              <a:rPr b="1" i="0" lang="en" sz="2500" u="none" cap="none" strike="noStrike">
                <a:solidFill>
                  <a:schemeClr val="dk1"/>
                </a:solidFill>
                <a:latin typeface="Newsreader"/>
                <a:ea typeface="Newsreader"/>
                <a:cs typeface="Newsreader"/>
                <a:sym typeface="Newsreader"/>
              </a:rPr>
              <a:t>Analysis objective</a:t>
            </a:r>
            <a:endParaRPr b="1" i="0" sz="2500" u="none" cap="none" strike="noStrike">
              <a:solidFill>
                <a:schemeClr val="dk1"/>
              </a:solidFill>
              <a:latin typeface="Newsreader"/>
              <a:ea typeface="Newsreader"/>
              <a:cs typeface="Newsreader"/>
              <a:sym typeface="Newsreader"/>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accent6"/>
              </a:solidFill>
              <a:latin typeface="Newsreader"/>
              <a:ea typeface="Newsreader"/>
              <a:cs typeface="Newsreader"/>
              <a:sym typeface="Newsreader"/>
            </a:endParaRPr>
          </a:p>
          <a:p>
            <a:pPr indent="-317500" lvl="0" marL="457200" marR="0" rtl="0" algn="l">
              <a:lnSpc>
                <a:spcPct val="115000"/>
              </a:lnSpc>
              <a:spcBef>
                <a:spcPts val="900"/>
              </a:spcBef>
              <a:spcAft>
                <a:spcPts val="0"/>
              </a:spcAft>
              <a:buClr>
                <a:schemeClr val="accent6"/>
              </a:buClr>
              <a:buSzPts val="1400"/>
              <a:buFont typeface="Newsreader"/>
              <a:buChar char="●"/>
            </a:pPr>
            <a:r>
              <a:rPr b="0" i="0" lang="en" sz="1400" u="none" cap="none" strike="noStrike">
                <a:solidFill>
                  <a:schemeClr val="accent6"/>
                </a:solidFill>
                <a:latin typeface="Newsreader"/>
                <a:ea typeface="Newsreader"/>
                <a:cs typeface="Newsreader"/>
                <a:sym typeface="Newsreader"/>
              </a:rPr>
              <a:t>To develop an auction strategy to bag the best players for IPL Season 2017.</a:t>
            </a:r>
            <a:endParaRPr b="0" i="0" sz="1400" u="none" cap="none" strike="noStrike">
              <a:solidFill>
                <a:schemeClr val="accent6"/>
              </a:solidFill>
              <a:latin typeface="Newsreader"/>
              <a:ea typeface="Newsreader"/>
              <a:cs typeface="Newsreader"/>
              <a:sym typeface="Newsreader"/>
            </a:endParaRPr>
          </a:p>
          <a:p>
            <a:pPr indent="0" lvl="0" marL="457200" marR="0" rtl="0" algn="l">
              <a:lnSpc>
                <a:spcPct val="115000"/>
              </a:lnSpc>
              <a:spcBef>
                <a:spcPts val="900"/>
              </a:spcBef>
              <a:spcAft>
                <a:spcPts val="0"/>
              </a:spcAft>
              <a:buClr>
                <a:srgbClr val="000000"/>
              </a:buClr>
              <a:buSzPts val="1400"/>
              <a:buFont typeface="Arial"/>
              <a:buNone/>
            </a:pPr>
            <a:r>
              <a:t/>
            </a:r>
            <a:endParaRPr b="0" i="0" sz="1400" u="none" cap="none" strike="noStrike">
              <a:solidFill>
                <a:schemeClr val="accent6"/>
              </a:solidFill>
              <a:latin typeface="Newsreader"/>
              <a:ea typeface="Newsreader"/>
              <a:cs typeface="Newsreader"/>
              <a:sym typeface="Newsreader"/>
            </a:endParaRPr>
          </a:p>
          <a:p>
            <a:pPr indent="-317500" lvl="0" marL="457200" marR="0" rtl="0" algn="l">
              <a:lnSpc>
                <a:spcPct val="115000"/>
              </a:lnSpc>
              <a:spcBef>
                <a:spcPts val="900"/>
              </a:spcBef>
              <a:spcAft>
                <a:spcPts val="0"/>
              </a:spcAft>
              <a:buClr>
                <a:schemeClr val="accent6"/>
              </a:buClr>
              <a:buSzPts val="1400"/>
              <a:buFont typeface="Newsreader"/>
              <a:buChar char="●"/>
            </a:pPr>
            <a:r>
              <a:rPr b="0" i="0" lang="en" sz="1400" u="none" cap="none" strike="noStrike">
                <a:solidFill>
                  <a:schemeClr val="accent6"/>
                </a:solidFill>
                <a:latin typeface="Newsreader"/>
                <a:ea typeface="Newsreader"/>
                <a:cs typeface="Newsreader"/>
                <a:sym typeface="Newsreader"/>
              </a:rPr>
              <a:t>Suggesting the players who will be the best fit for the team and can help RCB win the championship trophy.</a:t>
            </a:r>
            <a:endParaRPr b="0" i="0" sz="1400" u="none" cap="none" strike="noStrike">
              <a:solidFill>
                <a:schemeClr val="accent6"/>
              </a:solidFill>
              <a:latin typeface="Newsreader"/>
              <a:ea typeface="Newsreader"/>
              <a:cs typeface="Newsreader"/>
              <a:sym typeface="Newsreader"/>
            </a:endParaRPr>
          </a:p>
          <a:p>
            <a:pPr indent="0" lvl="0" marL="457200" marR="0" rtl="0" algn="l">
              <a:lnSpc>
                <a:spcPct val="115000"/>
              </a:lnSpc>
              <a:spcBef>
                <a:spcPts val="900"/>
              </a:spcBef>
              <a:spcAft>
                <a:spcPts val="0"/>
              </a:spcAft>
              <a:buClr>
                <a:srgbClr val="000000"/>
              </a:buClr>
              <a:buSzPts val="1400"/>
              <a:buFont typeface="Arial"/>
              <a:buNone/>
            </a:pPr>
            <a:r>
              <a:t/>
            </a:r>
            <a:endParaRPr b="0" i="0" sz="1400" u="none" cap="none" strike="noStrike">
              <a:solidFill>
                <a:schemeClr val="accent6"/>
              </a:solidFill>
              <a:latin typeface="Newsreader"/>
              <a:ea typeface="Newsreader"/>
              <a:cs typeface="Newsreader"/>
              <a:sym typeface="Newsreader"/>
            </a:endParaRPr>
          </a:p>
          <a:p>
            <a:pPr indent="-317500" lvl="0" marL="457200" marR="0" rtl="0" algn="l">
              <a:lnSpc>
                <a:spcPct val="115000"/>
              </a:lnSpc>
              <a:spcBef>
                <a:spcPts val="900"/>
              </a:spcBef>
              <a:spcAft>
                <a:spcPts val="0"/>
              </a:spcAft>
              <a:buClr>
                <a:schemeClr val="accent6"/>
              </a:buClr>
              <a:buSzPts val="1400"/>
              <a:buFont typeface="Newsreader"/>
              <a:buChar char="●"/>
            </a:pPr>
            <a:r>
              <a:rPr b="0" i="0" lang="en" sz="1400" u="none" cap="none" strike="noStrike">
                <a:solidFill>
                  <a:schemeClr val="accent6"/>
                </a:solidFill>
                <a:latin typeface="Newsreader"/>
                <a:ea typeface="Newsreader"/>
                <a:cs typeface="Newsreader"/>
                <a:sym typeface="Newsreader"/>
              </a:rPr>
              <a:t>Analyzing the performances of present and past players of the RCB team and as well as other players, to find the most consistent players.</a:t>
            </a:r>
            <a:endParaRPr b="0" i="0" sz="1400" u="none" cap="none" strike="noStrike">
              <a:solidFill>
                <a:schemeClr val="accent6"/>
              </a:solidFill>
              <a:latin typeface="Newsreader"/>
              <a:ea typeface="Newsreader"/>
              <a:cs typeface="Newsreader"/>
              <a:sym typeface="Newsreader"/>
            </a:endParaRPr>
          </a:p>
          <a:p>
            <a:pPr indent="0" lvl="0" marL="457200" marR="0" rtl="0" algn="l">
              <a:lnSpc>
                <a:spcPct val="115000"/>
              </a:lnSpc>
              <a:spcBef>
                <a:spcPts val="900"/>
              </a:spcBef>
              <a:spcAft>
                <a:spcPts val="0"/>
              </a:spcAft>
              <a:buClr>
                <a:srgbClr val="000000"/>
              </a:buClr>
              <a:buSzPts val="1400"/>
              <a:buFont typeface="Arial"/>
              <a:buNone/>
            </a:pPr>
            <a:r>
              <a:t/>
            </a:r>
            <a:endParaRPr b="0" i="0" sz="1400" u="none" cap="none" strike="noStrike">
              <a:solidFill>
                <a:schemeClr val="accent6"/>
              </a:solidFill>
              <a:latin typeface="Newsreader"/>
              <a:ea typeface="Newsreader"/>
              <a:cs typeface="Newsreader"/>
              <a:sym typeface="Newsreader"/>
            </a:endParaRPr>
          </a:p>
          <a:p>
            <a:pPr indent="-317500" lvl="0" marL="457200" marR="0" rtl="0" algn="l">
              <a:lnSpc>
                <a:spcPct val="115000"/>
              </a:lnSpc>
              <a:spcBef>
                <a:spcPts val="900"/>
              </a:spcBef>
              <a:spcAft>
                <a:spcPts val="0"/>
              </a:spcAft>
              <a:buClr>
                <a:schemeClr val="accent6"/>
              </a:buClr>
              <a:buSzPts val="1400"/>
              <a:buFont typeface="Newsreader"/>
              <a:buChar char="●"/>
            </a:pPr>
            <a:r>
              <a:rPr b="0" i="0" lang="en" sz="1400" u="none" cap="none" strike="noStrike">
                <a:solidFill>
                  <a:schemeClr val="accent6"/>
                </a:solidFill>
                <a:latin typeface="Newsreader"/>
                <a:ea typeface="Newsreader"/>
                <a:cs typeface="Newsreader"/>
                <a:sym typeface="Newsreader"/>
              </a:rPr>
              <a:t>Analyzing the team’s weaknesses and strengths to finalize the players who can best fit into the team.</a:t>
            </a:r>
            <a:endParaRPr b="0" i="0" sz="1400" u="none" cap="none" strike="noStrike">
              <a:solidFill>
                <a:schemeClr val="accent6"/>
              </a:solidFill>
              <a:latin typeface="Newsreader"/>
              <a:ea typeface="Newsreader"/>
              <a:cs typeface="Newsreader"/>
              <a:sym typeface="Newsreader"/>
            </a:endParaRPr>
          </a:p>
          <a:p>
            <a:pPr indent="0" lvl="0" marL="457200" marR="0" rtl="0" algn="l">
              <a:lnSpc>
                <a:spcPct val="115000"/>
              </a:lnSpc>
              <a:spcBef>
                <a:spcPts val="900"/>
              </a:spcBef>
              <a:spcAft>
                <a:spcPts val="0"/>
              </a:spcAft>
              <a:buClr>
                <a:srgbClr val="000000"/>
              </a:buClr>
              <a:buSzPts val="1400"/>
              <a:buFont typeface="Arial"/>
              <a:buNone/>
            </a:pPr>
            <a:r>
              <a:t/>
            </a:r>
            <a:endParaRPr b="0" i="0" sz="1400" u="none" cap="none" strike="noStrike">
              <a:solidFill>
                <a:schemeClr val="accent6"/>
              </a:solidFill>
              <a:latin typeface="Newsreader"/>
              <a:ea typeface="Newsreader"/>
              <a:cs typeface="Newsreader"/>
              <a:sym typeface="Newsreader"/>
            </a:endParaRPr>
          </a:p>
          <a:p>
            <a:pPr indent="-317500" lvl="0" marL="457200" marR="0" rtl="0" algn="l">
              <a:lnSpc>
                <a:spcPct val="115000"/>
              </a:lnSpc>
              <a:spcBef>
                <a:spcPts val="900"/>
              </a:spcBef>
              <a:spcAft>
                <a:spcPts val="0"/>
              </a:spcAft>
              <a:buClr>
                <a:schemeClr val="accent6"/>
              </a:buClr>
              <a:buSzPts val="1400"/>
              <a:buFont typeface="Newsreader"/>
              <a:buChar char="●"/>
            </a:pPr>
            <a:r>
              <a:rPr b="0" i="0" lang="en" sz="1400" u="none" cap="none" strike="noStrike">
                <a:solidFill>
                  <a:schemeClr val="accent6"/>
                </a:solidFill>
                <a:latin typeface="Newsreader"/>
                <a:ea typeface="Newsreader"/>
                <a:cs typeface="Newsreader"/>
                <a:sym typeface="Newsreader"/>
              </a:rPr>
              <a:t>Formed an auction strategy for bagging the best players for the RCB team, who will help in winning the championship.</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
          <p:cNvSpPr txBox="1"/>
          <p:nvPr/>
        </p:nvSpPr>
        <p:spPr>
          <a:xfrm>
            <a:off x="2329800" y="283900"/>
            <a:ext cx="4608600" cy="50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DM Sans"/>
                <a:ea typeface="DM Sans"/>
                <a:cs typeface="DM Sans"/>
                <a:sym typeface="DM Sans"/>
              </a:rPr>
              <a:t>DATABASE SCHEMA</a:t>
            </a:r>
            <a:endParaRPr b="1" i="0" sz="2500" u="none" cap="none" strike="noStrike">
              <a:solidFill>
                <a:schemeClr val="dk1"/>
              </a:solidFill>
              <a:latin typeface="DM Sans"/>
              <a:ea typeface="DM Sans"/>
              <a:cs typeface="DM Sans"/>
              <a:sym typeface="DM Sans"/>
            </a:endParaRPr>
          </a:p>
        </p:txBody>
      </p:sp>
      <p:pic>
        <p:nvPicPr>
          <p:cNvPr id="489" name="Google Shape;489;p4"/>
          <p:cNvPicPr preferRelativeResize="0"/>
          <p:nvPr/>
        </p:nvPicPr>
        <p:blipFill rotWithShape="1">
          <a:blip r:embed="rId3">
            <a:alphaModFix/>
          </a:blip>
          <a:srcRect b="0" l="0" r="0" t="0"/>
          <a:stretch/>
        </p:blipFill>
        <p:spPr>
          <a:xfrm>
            <a:off x="427850" y="845025"/>
            <a:ext cx="8325398" cy="41191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
          <p:cNvSpPr txBox="1"/>
          <p:nvPr/>
        </p:nvSpPr>
        <p:spPr>
          <a:xfrm>
            <a:off x="1492400" y="272725"/>
            <a:ext cx="6364800" cy="61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DM Sans"/>
                <a:ea typeface="DM Sans"/>
                <a:cs typeface="DM Sans"/>
                <a:sym typeface="DM Sans"/>
              </a:rPr>
              <a:t>IPL DATASET OVERVIEW</a:t>
            </a:r>
            <a:endParaRPr b="0" i="0" sz="2500" u="none" cap="none" strike="noStrike">
              <a:solidFill>
                <a:schemeClr val="lt1"/>
              </a:solidFill>
              <a:latin typeface="DM Sans"/>
              <a:ea typeface="DM Sans"/>
              <a:cs typeface="DM Sans"/>
              <a:sym typeface="DM Sans"/>
            </a:endParaRPr>
          </a:p>
        </p:txBody>
      </p:sp>
      <p:sp>
        <p:nvSpPr>
          <p:cNvPr id="495" name="Google Shape;495;p5"/>
          <p:cNvSpPr txBox="1"/>
          <p:nvPr/>
        </p:nvSpPr>
        <p:spPr>
          <a:xfrm>
            <a:off x="361975" y="888925"/>
            <a:ext cx="3462600" cy="4067700"/>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DM Sans"/>
                <a:ea typeface="DM Sans"/>
                <a:cs typeface="DM Sans"/>
                <a:sym typeface="DM Sans"/>
              </a:rPr>
              <a:t>Ball by Ball</a:t>
            </a:r>
            <a:endParaRPr b="1" i="0" sz="1100" u="none" cap="none" strike="noStrike">
              <a:solidFill>
                <a:schemeClr val="dk1"/>
              </a:solidFill>
              <a:latin typeface="DM Sans"/>
              <a:ea typeface="DM Sans"/>
              <a:cs typeface="DM Sans"/>
              <a:sym typeface="DM Sans"/>
            </a:endParaRPr>
          </a:p>
          <a:p>
            <a:pPr indent="45720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Match_id: Unique identifier for a cricket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Over_id: Unique identifier for an over in a cricket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Ball_id: Unique identifier for a ball in an over</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Innings_No: The innings number in a cricket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Team_Batting: The team batting in a particular innings</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Team_Bowling: The team bowling in a particular innings</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Striker_Batting_Position: The batting position of the striker batsman</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Striker: The batsman currently on strike</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Non_Striker: The batsman currently at the non-striker's end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Bowler: The bowler bowling the current delivery</a:t>
            </a:r>
            <a:endParaRPr b="0" i="0" sz="1100" u="none" cap="none" strike="noStrike">
              <a:solidFill>
                <a:schemeClr val="accent6"/>
              </a:solidFill>
              <a:latin typeface="DM Sans"/>
              <a:ea typeface="DM Sans"/>
              <a:cs typeface="DM Sans"/>
              <a:sym typeface="DM Sans"/>
            </a:endParaRPr>
          </a:p>
        </p:txBody>
      </p:sp>
      <p:sp>
        <p:nvSpPr>
          <p:cNvPr id="496" name="Google Shape;496;p5"/>
          <p:cNvSpPr txBox="1"/>
          <p:nvPr/>
        </p:nvSpPr>
        <p:spPr>
          <a:xfrm>
            <a:off x="4764525" y="888925"/>
            <a:ext cx="3529800" cy="40677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Batting style</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Batting_id: Unique identifier for a batsman's batting record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Batting_hand: The batting hand (right or left) of a batsman</a:t>
            </a:r>
            <a:endParaRPr b="0" i="0" sz="1100" u="none" cap="none" strike="noStrike">
              <a:solidFill>
                <a:schemeClr val="accent6"/>
              </a:solidFill>
              <a:latin typeface="DM Sans"/>
              <a:ea typeface="DM Sans"/>
              <a:cs typeface="DM Sans"/>
              <a:sym typeface="DM Sans"/>
            </a:endParaRPr>
          </a:p>
          <a:p>
            <a:pPr indent="0" lvl="0" marL="457200" marR="0" rtl="0" algn="l">
              <a:lnSpc>
                <a:spcPct val="115000"/>
              </a:lnSpc>
              <a:spcBef>
                <a:spcPts val="120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Bowling style</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Bowling_id: Unique identifier for a bowler's bowling record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Bowling_skill: The bowling skill (e.g., right-arm fast, left-arm spin) of a bowler</a:t>
            </a:r>
            <a:endParaRPr b="0" i="0" sz="1100" u="none" cap="none" strike="noStrike">
              <a:solidFill>
                <a:schemeClr val="accent6"/>
              </a:solidFill>
              <a:latin typeface="DM Sans"/>
              <a:ea typeface="DM Sans"/>
              <a:cs typeface="DM Sans"/>
              <a:sym typeface="DM Sans"/>
            </a:endParaRPr>
          </a:p>
          <a:p>
            <a:pPr indent="0" lvl="0" marL="457200" marR="0" rtl="0" algn="l">
              <a:lnSpc>
                <a:spcPct val="115000"/>
              </a:lnSpc>
              <a:spcBef>
                <a:spcPts val="120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City</a:t>
            </a:r>
            <a:endParaRPr b="0"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City_id: Unique identifier for a city</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City_Name: The name of a city</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Country_id: Unique identifier for a country</a:t>
            </a:r>
            <a:endParaRPr b="0" i="0" sz="1100" u="none" cap="none" strike="noStrike">
              <a:solidFill>
                <a:schemeClr val="accent6"/>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
          <p:cNvSpPr txBox="1"/>
          <p:nvPr/>
        </p:nvSpPr>
        <p:spPr>
          <a:xfrm>
            <a:off x="360625" y="373575"/>
            <a:ext cx="3597000" cy="4560900"/>
          </a:xfrm>
          <a:prstGeom prst="rect">
            <a:avLst/>
          </a:prstGeom>
          <a:noFill/>
          <a:ln>
            <a:noFill/>
          </a:ln>
        </p:spPr>
        <p:txBody>
          <a:bodyPr anchorCtr="0" anchor="t" bIns="91425" lIns="91425" spcFirstLastPara="1" rIns="91425" wrap="square" tIns="91425">
            <a:normAutofit lnSpcReduction="10000"/>
          </a:bodyPr>
          <a:lstStyle/>
          <a:p>
            <a:pPr indent="457200" lvl="0" marL="0" marR="0" rtl="0" algn="l">
              <a:lnSpc>
                <a:spcPct val="115000"/>
              </a:lnSpc>
              <a:spcBef>
                <a:spcPts val="140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Matches</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9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Match_Id: Unique identifier for each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Match_Date: The date when the match took place.</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Match_Winner: The team that won the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Outcome_Type: Type of result (win, tie, etc.).</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Toss_Winner: The team that won the toss.</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Win_Type: The method by which the match was won (e.g., runs or wickets).</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Win_Margin: The margin by which the match was won.</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Venue_Id: Reference to the venue where the match was played.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Arial"/>
              <a:buChar char="●"/>
            </a:pPr>
            <a:r>
              <a:rPr b="0" i="0" lang="en" sz="1100" u="none" cap="none" strike="noStrike">
                <a:solidFill>
                  <a:schemeClr val="accent6"/>
                </a:solidFill>
                <a:latin typeface="DM Sans"/>
                <a:ea typeface="DM Sans"/>
                <a:cs typeface="DM Sans"/>
                <a:sym typeface="DM Sans"/>
              </a:rPr>
              <a:t>Season_Id: The season in which the match occurred.</a:t>
            </a:r>
            <a:br>
              <a:rPr b="0" i="0" lang="en" sz="1100" u="none" cap="none" strike="noStrike">
                <a:solidFill>
                  <a:schemeClr val="accent6"/>
                </a:solidFill>
                <a:latin typeface="DM Sans"/>
                <a:ea typeface="DM Sans"/>
                <a:cs typeface="DM Sans"/>
                <a:sym typeface="DM Sans"/>
              </a:rPr>
            </a:br>
            <a:endParaRPr b="0" i="0" sz="11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Venue </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9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Venue_Id: Unique identifier for each venue.</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Venue_Name: Name of the venue.</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City_Id: Reference to the city where the venue is located.</a:t>
            </a:r>
            <a:endParaRPr b="0" i="0" sz="1100" u="none" cap="none" strike="noStrike">
              <a:solidFill>
                <a:schemeClr val="accent6"/>
              </a:solidFill>
              <a:latin typeface="DM Sans"/>
              <a:ea typeface="DM Sans"/>
              <a:cs typeface="DM Sans"/>
              <a:sym typeface="DM Sans"/>
            </a:endParaRPr>
          </a:p>
        </p:txBody>
      </p:sp>
      <p:sp>
        <p:nvSpPr>
          <p:cNvPr id="502" name="Google Shape;502;p6"/>
          <p:cNvSpPr txBox="1"/>
          <p:nvPr/>
        </p:nvSpPr>
        <p:spPr>
          <a:xfrm>
            <a:off x="5100700" y="362375"/>
            <a:ext cx="3731700" cy="4560900"/>
          </a:xfrm>
          <a:prstGeom prst="rect">
            <a:avLst/>
          </a:prstGeom>
          <a:noFill/>
          <a:ln>
            <a:noFill/>
          </a:ln>
        </p:spPr>
        <p:txBody>
          <a:bodyPr anchorCtr="0" anchor="t" bIns="91425" lIns="91425" spcFirstLastPara="1" rIns="91425" wrap="square" tIns="91425">
            <a:normAutofit lnSpcReduction="20000"/>
          </a:bodyPr>
          <a:lstStyle/>
          <a:p>
            <a:pPr indent="457200" lvl="0" marL="0" marR="0" rtl="0" algn="l">
              <a:lnSpc>
                <a:spcPct val="115000"/>
              </a:lnSpc>
              <a:spcBef>
                <a:spcPts val="140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Country</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9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Country_Id: Unique identifier for each country.</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Arial"/>
              <a:buChar char="●"/>
            </a:pPr>
            <a:r>
              <a:rPr b="0" i="0" lang="en" sz="1100" u="none" cap="none" strike="noStrike">
                <a:solidFill>
                  <a:schemeClr val="accent6"/>
                </a:solidFill>
                <a:latin typeface="DM Sans"/>
                <a:ea typeface="DM Sans"/>
                <a:cs typeface="DM Sans"/>
                <a:sym typeface="DM Sans"/>
              </a:rPr>
              <a:t>Country_Name: Name of the country.</a:t>
            </a:r>
            <a:endParaRPr b="0" i="0" sz="11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ts val="1100"/>
              <a:buFont typeface="Arial"/>
              <a:buNone/>
            </a:pPr>
            <a:br>
              <a:rPr b="0" i="0" lang="en" sz="1100" u="none" cap="none" strike="noStrike">
                <a:solidFill>
                  <a:schemeClr val="accent6"/>
                </a:solidFill>
                <a:latin typeface="DM Sans"/>
                <a:ea typeface="DM Sans"/>
                <a:cs typeface="DM Sans"/>
                <a:sym typeface="DM Sans"/>
              </a:rPr>
            </a:br>
            <a:r>
              <a:rPr b="1" i="0" lang="en" sz="1200" u="none" cap="none" strike="noStrike">
                <a:solidFill>
                  <a:schemeClr val="dk1"/>
                </a:solidFill>
                <a:latin typeface="DM Sans"/>
                <a:ea typeface="DM Sans"/>
                <a:cs typeface="DM Sans"/>
                <a:sym typeface="DM Sans"/>
              </a:rPr>
              <a:t>Player Match </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9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Match_Id: Reference to the match in which the player participated.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Player_Id: Reference to the player.</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Role_Id: Role of the player (e.g., batsman, bowler).</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Arial"/>
              <a:buChar char="●"/>
            </a:pPr>
            <a:r>
              <a:rPr b="0" i="0" lang="en" sz="1100" u="none" cap="none" strike="noStrike">
                <a:solidFill>
                  <a:schemeClr val="accent6"/>
                </a:solidFill>
                <a:latin typeface="DM Sans"/>
                <a:ea typeface="DM Sans"/>
                <a:cs typeface="DM Sans"/>
                <a:sym typeface="DM Sans"/>
              </a:rPr>
              <a:t>Team_Id: Team that the player represented in the match.</a:t>
            </a:r>
            <a:endParaRPr b="0" i="0" sz="11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ts val="1100"/>
              <a:buFont typeface="Arial"/>
              <a:buNone/>
            </a:pPr>
            <a:br>
              <a:rPr b="0" i="0" lang="en" sz="1100" u="none" cap="none" strike="noStrike">
                <a:solidFill>
                  <a:schemeClr val="accent6"/>
                </a:solidFill>
                <a:latin typeface="DM Sans"/>
                <a:ea typeface="DM Sans"/>
                <a:cs typeface="DM Sans"/>
                <a:sym typeface="DM Sans"/>
              </a:rPr>
            </a:br>
            <a:r>
              <a:rPr b="1" i="0" lang="en" sz="1200" u="none" cap="none" strike="noStrike">
                <a:solidFill>
                  <a:schemeClr val="dk1"/>
                </a:solidFill>
                <a:latin typeface="DM Sans"/>
                <a:ea typeface="DM Sans"/>
                <a:cs typeface="DM Sans"/>
                <a:sym typeface="DM Sans"/>
              </a:rPr>
              <a:t>Wickets Taken</a:t>
            </a:r>
            <a:r>
              <a:rPr b="1" i="0" lang="en" sz="1200" u="none" cap="none" strike="noStrike">
                <a:solidFill>
                  <a:schemeClr val="accent6"/>
                </a:solidFill>
                <a:latin typeface="DM Sans"/>
                <a:ea typeface="DM Sans"/>
                <a:cs typeface="DM Sans"/>
                <a:sym typeface="DM Sans"/>
              </a:rPr>
              <a:t> </a:t>
            </a:r>
            <a:endParaRPr b="0" i="0" sz="12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9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Ball_Id: Reference to the specific ball during which the wicket was taken.</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Fielder: Reference to the player who fielded the ball.</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Bowler: Reference to the bowler who took the wicket.</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Player_Out: Reference to the player who was dismissed.</a:t>
            </a:r>
            <a:endParaRPr b="0" i="0" sz="1100" u="none" cap="none" strike="noStrike">
              <a:solidFill>
                <a:schemeClr val="accent6"/>
              </a:solidFill>
              <a:latin typeface="DM Sans"/>
              <a:ea typeface="DM Sans"/>
              <a:cs typeface="DM Sans"/>
              <a:sym typeface="DM Sans"/>
            </a:endParaRPr>
          </a:p>
          <a:p>
            <a:pPr indent="0" lvl="0" marL="0" marR="0" rtl="0" algn="l">
              <a:lnSpc>
                <a:spcPct val="100000"/>
              </a:lnSpc>
              <a:spcBef>
                <a:spcPts val="900"/>
              </a:spcBef>
              <a:spcAft>
                <a:spcPts val="0"/>
              </a:spcAft>
              <a:buClr>
                <a:srgbClr val="000000"/>
              </a:buClr>
              <a:buSzPts val="1100"/>
              <a:buFont typeface="Arial"/>
              <a:buNone/>
            </a:pPr>
            <a:r>
              <a:t/>
            </a:r>
            <a:endParaRPr b="0" i="0" sz="1100" u="none" cap="none" strike="noStrike">
              <a:solidFill>
                <a:schemeClr val="accent6"/>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
          <p:cNvSpPr txBox="1"/>
          <p:nvPr/>
        </p:nvSpPr>
        <p:spPr>
          <a:xfrm>
            <a:off x="363150" y="642500"/>
            <a:ext cx="3933300" cy="4415100"/>
          </a:xfrm>
          <a:prstGeom prst="rect">
            <a:avLst/>
          </a:prstGeom>
          <a:noFill/>
          <a:ln>
            <a:noFill/>
          </a:ln>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DM Sans"/>
                <a:ea typeface="DM Sans"/>
                <a:cs typeface="DM Sans"/>
                <a:sym typeface="DM Sans"/>
              </a:rPr>
              <a:t>Extra Type</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Extra_Type_Id: Unique identifier for the type of extra runs scored in a cricket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Extra_Runs: The number of extra runs scored in a particular delivery.</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Innings_No: The innings number in a cricket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Extra_Id: Unique identifier for an instance of extra runs scored.</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Extra_Name: The name or description of the type of extra runs scored (e.g., byes, leg byes, wides, no-balls).</a:t>
            </a:r>
            <a:endParaRPr b="0" i="0" sz="1100" u="none" cap="none" strike="noStrike">
              <a:solidFill>
                <a:schemeClr val="accent6"/>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accent6"/>
                </a:solidFill>
                <a:latin typeface="DM Sans"/>
                <a:ea typeface="DM Sans"/>
                <a:cs typeface="DM Sans"/>
                <a:sym typeface="DM Sans"/>
              </a:rPr>
              <a:t>	</a:t>
            </a:r>
            <a:r>
              <a:rPr b="1" i="0" lang="en" sz="1200" u="none" cap="none" strike="noStrike">
                <a:solidFill>
                  <a:schemeClr val="dk1"/>
                </a:solidFill>
                <a:latin typeface="DM Sans"/>
                <a:ea typeface="DM Sans"/>
                <a:cs typeface="DM Sans"/>
                <a:sym typeface="DM Sans"/>
              </a:rPr>
              <a:t>Season</a:t>
            </a:r>
            <a:endParaRPr b="1" i="0" sz="1200" u="none" cap="none" strike="noStrike">
              <a:solidFill>
                <a:schemeClr val="dk1"/>
              </a:solidFill>
              <a:latin typeface="DM Sans"/>
              <a:ea typeface="DM Sans"/>
              <a:cs typeface="DM Sans"/>
              <a:sym typeface="DM Sans"/>
            </a:endParaRPr>
          </a:p>
          <a:p>
            <a:pPr indent="-298450" lvl="0" marL="457200" marR="0" rtl="0" algn="l">
              <a:lnSpc>
                <a:spcPct val="11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Season_Id: Unique identifier for a particular season or tournament.</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Venue_Id: Unique identifier for the venue or stadium where the match is played..</a:t>
            </a:r>
            <a:endParaRPr b="0" i="0" sz="1100" u="none" cap="none" strike="noStrike">
              <a:solidFill>
                <a:schemeClr val="accent6"/>
              </a:solidFill>
              <a:latin typeface="DM Sans"/>
              <a:ea typeface="DM Sans"/>
              <a:cs typeface="DM Sans"/>
              <a:sym typeface="DM Sans"/>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accent6"/>
              </a:solidFill>
              <a:latin typeface="DM Sans"/>
              <a:ea typeface="DM Sans"/>
              <a:cs typeface="DM Sans"/>
              <a:sym typeface="DM Sans"/>
            </a:endParaRPr>
          </a:p>
        </p:txBody>
      </p:sp>
      <p:sp>
        <p:nvSpPr>
          <p:cNvPr id="508" name="Google Shape;508;p7"/>
          <p:cNvSpPr txBox="1"/>
          <p:nvPr/>
        </p:nvSpPr>
        <p:spPr>
          <a:xfrm>
            <a:off x="4809350" y="642500"/>
            <a:ext cx="3877500" cy="4415100"/>
          </a:xfrm>
          <a:prstGeom prst="rect">
            <a:avLst/>
          </a:prstGeom>
          <a:noFill/>
          <a:ln>
            <a:noFill/>
          </a:ln>
        </p:spPr>
        <p:txBody>
          <a:bodyPr anchorCtr="0" anchor="t" bIns="91425" lIns="91425" spcFirstLastPara="1" rIns="91425" wrap="square" tIns="91425">
            <a:normAutofit/>
          </a:bodyPr>
          <a:lstStyle/>
          <a:p>
            <a:pPr indent="0" lvl="0" marL="0" marR="0" rtl="0" algn="l">
              <a:lnSpc>
                <a:spcPct val="95000"/>
              </a:lnSpc>
              <a:spcBef>
                <a:spcPts val="0"/>
              </a:spcBef>
              <a:spcAft>
                <a:spcPts val="0"/>
              </a:spcAft>
              <a:buClr>
                <a:srgbClr val="000000"/>
              </a:buClr>
              <a:buSzPts val="1100"/>
              <a:buFont typeface="Arial"/>
              <a:buNone/>
            </a:pPr>
            <a:r>
              <a:rPr b="0" i="0" lang="en" sz="1100" u="none" cap="none" strike="noStrike">
                <a:solidFill>
                  <a:schemeClr val="accent6"/>
                </a:solidFill>
                <a:latin typeface="DM Sans"/>
                <a:ea typeface="DM Sans"/>
                <a:cs typeface="DM Sans"/>
                <a:sym typeface="DM Sans"/>
              </a:rPr>
              <a:t>	</a:t>
            </a:r>
            <a:r>
              <a:rPr b="1" i="0" lang="en" sz="1200" u="none" cap="none" strike="noStrike">
                <a:solidFill>
                  <a:schemeClr val="dk1"/>
                </a:solidFill>
                <a:latin typeface="DM Sans"/>
                <a:ea typeface="DM Sans"/>
                <a:cs typeface="DM Sans"/>
                <a:sym typeface="DM Sans"/>
              </a:rPr>
              <a:t>Win_By</a:t>
            </a:r>
            <a:endParaRPr b="1" i="0" sz="1200" u="none" cap="none" strike="noStrike">
              <a:solidFill>
                <a:schemeClr val="dk1"/>
              </a:solidFill>
              <a:latin typeface="DM Sans"/>
              <a:ea typeface="DM Sans"/>
              <a:cs typeface="DM Sans"/>
              <a:sym typeface="DM Sans"/>
            </a:endParaRPr>
          </a:p>
          <a:p>
            <a:pPr indent="-298450" lvl="0" marL="457200" marR="0" rtl="0" algn="l">
              <a:lnSpc>
                <a:spcPct val="9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Win_Type: The type of win (e.g., runs, wickets) achieved by the winning team.</a:t>
            </a:r>
            <a:endParaRPr b="0" i="0" sz="1100" u="none" cap="none" strike="noStrike">
              <a:solidFill>
                <a:schemeClr val="accent6"/>
              </a:solidFill>
              <a:latin typeface="DM Sans"/>
              <a:ea typeface="DM Sans"/>
              <a:cs typeface="DM Sans"/>
              <a:sym typeface="DM Sans"/>
            </a:endParaRPr>
          </a:p>
          <a:p>
            <a:pPr indent="-298450" lvl="0" marL="457200" marR="0" rtl="0" algn="l">
              <a:lnSpc>
                <a:spcPct val="95000"/>
              </a:lnSpc>
              <a:spcBef>
                <a:spcPts val="0"/>
              </a:spcBef>
              <a:spcAft>
                <a:spcPts val="0"/>
              </a:spcAft>
              <a:buClr>
                <a:schemeClr val="accent6"/>
              </a:buClr>
              <a:buSzPts val="1100"/>
              <a:buFont typeface="Arial"/>
              <a:buChar char="●"/>
            </a:pPr>
            <a:r>
              <a:rPr b="0" i="0" lang="en" sz="1100" u="none" cap="none" strike="noStrike">
                <a:solidFill>
                  <a:schemeClr val="accent6"/>
                </a:solidFill>
                <a:latin typeface="DM Sans"/>
                <a:ea typeface="DM Sans"/>
                <a:cs typeface="DM Sans"/>
                <a:sym typeface="DM Sans"/>
              </a:rPr>
              <a:t>Win_Margin: The margin of victory (e.g., runs or wickets) for the winning team</a:t>
            </a:r>
            <a:r>
              <a:rPr b="1" i="0" lang="en" sz="1100" u="none" cap="none" strike="noStrike">
                <a:solidFill>
                  <a:schemeClr val="accent6"/>
                </a:solidFill>
                <a:latin typeface="DM Sans"/>
                <a:ea typeface="DM Sans"/>
                <a:cs typeface="DM Sans"/>
                <a:sym typeface="DM Sans"/>
              </a:rPr>
              <a:t>.</a:t>
            </a:r>
            <a:endParaRPr b="1" i="0" sz="1100" u="none" cap="none" strike="noStrike">
              <a:solidFill>
                <a:schemeClr val="accent6"/>
              </a:solidFill>
              <a:latin typeface="DM Sans"/>
              <a:ea typeface="DM Sans"/>
              <a:cs typeface="DM Sans"/>
              <a:sym typeface="DM Sans"/>
            </a:endParaRPr>
          </a:p>
          <a:p>
            <a:pPr indent="0" lvl="0" marL="0" marR="0" rtl="0" algn="l">
              <a:lnSpc>
                <a:spcPct val="95000"/>
              </a:lnSpc>
              <a:spcBef>
                <a:spcPts val="1200"/>
              </a:spcBef>
              <a:spcAft>
                <a:spcPts val="0"/>
              </a:spcAft>
              <a:buClr>
                <a:srgbClr val="000000"/>
              </a:buClr>
              <a:buSzPts val="1100"/>
              <a:buFont typeface="Arial"/>
              <a:buNone/>
            </a:pPr>
            <a:r>
              <a:rPr b="0" i="0" lang="en" sz="1100" u="none" cap="none" strike="noStrike">
                <a:solidFill>
                  <a:schemeClr val="accent6"/>
                </a:solidFill>
                <a:latin typeface="DM Sans"/>
                <a:ea typeface="DM Sans"/>
                <a:cs typeface="DM Sans"/>
                <a:sym typeface="DM Sans"/>
              </a:rPr>
              <a:t>	</a:t>
            </a:r>
            <a:r>
              <a:rPr b="1" i="0" lang="en" sz="1200" u="none" cap="none" strike="noStrike">
                <a:solidFill>
                  <a:schemeClr val="dk1"/>
                </a:solidFill>
                <a:latin typeface="DM Sans"/>
                <a:ea typeface="DM Sans"/>
                <a:cs typeface="DM Sans"/>
                <a:sym typeface="DM Sans"/>
              </a:rPr>
              <a:t>Outcome</a:t>
            </a:r>
            <a:endParaRPr b="1" i="0" sz="1200" u="none" cap="none" strike="noStrike">
              <a:solidFill>
                <a:schemeClr val="dk1"/>
              </a:solidFill>
              <a:latin typeface="DM Sans"/>
              <a:ea typeface="DM Sans"/>
              <a:cs typeface="DM Sans"/>
              <a:sym typeface="DM Sans"/>
            </a:endParaRPr>
          </a:p>
          <a:p>
            <a:pPr indent="-298450" lvl="0" marL="457200" marR="0" rtl="0" algn="l">
              <a:lnSpc>
                <a:spcPct val="9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Outcome_type: The type of outcome or result of the match (e.g., win, loss, tie, no result).</a:t>
            </a:r>
            <a:endParaRPr b="0" i="0" sz="1100" u="none" cap="none" strike="noStrike">
              <a:solidFill>
                <a:schemeClr val="accent6"/>
              </a:solidFill>
              <a:latin typeface="DM Sans"/>
              <a:ea typeface="DM Sans"/>
              <a:cs typeface="DM Sans"/>
              <a:sym typeface="DM Sans"/>
            </a:endParaRPr>
          </a:p>
          <a:p>
            <a:pPr indent="-298450" lvl="0" marL="457200" marR="0" rtl="0" algn="l">
              <a:lnSpc>
                <a:spcPct val="9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Match_Winner: The team that won the match.</a:t>
            </a:r>
            <a:endParaRPr b="0" i="0" sz="1100" u="none" cap="none" strike="noStrike">
              <a:solidFill>
                <a:schemeClr val="accent6"/>
              </a:solidFill>
              <a:latin typeface="DM Sans"/>
              <a:ea typeface="DM Sans"/>
              <a:cs typeface="DM Sans"/>
              <a:sym typeface="DM Sans"/>
            </a:endParaRPr>
          </a:p>
          <a:p>
            <a:pPr indent="-298450" lvl="0" marL="457200" marR="0" rtl="0" algn="l">
              <a:lnSpc>
                <a:spcPct val="9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Man_of_the_Match: The player awarded the Man of the Match award.</a:t>
            </a:r>
            <a:endParaRPr b="0" i="0" sz="1100" u="none" cap="none" strike="noStrike">
              <a:solidFill>
                <a:schemeClr val="accent6"/>
              </a:solidFill>
              <a:latin typeface="DM Sans"/>
              <a:ea typeface="DM Sans"/>
              <a:cs typeface="DM Sans"/>
              <a:sym typeface="DM Sans"/>
            </a:endParaRPr>
          </a:p>
          <a:p>
            <a:pPr indent="0" lvl="0" marL="0" marR="0" rtl="0" algn="l">
              <a:lnSpc>
                <a:spcPct val="95000"/>
              </a:lnSpc>
              <a:spcBef>
                <a:spcPts val="1200"/>
              </a:spcBef>
              <a:spcAft>
                <a:spcPts val="0"/>
              </a:spcAft>
              <a:buClr>
                <a:srgbClr val="000000"/>
              </a:buClr>
              <a:buSzPts val="1100"/>
              <a:buFont typeface="Arial"/>
              <a:buNone/>
            </a:pPr>
            <a:r>
              <a:rPr b="0" i="0" lang="en" sz="1100" u="none" cap="none" strike="noStrike">
                <a:solidFill>
                  <a:schemeClr val="accent6"/>
                </a:solidFill>
                <a:latin typeface="DM Sans"/>
                <a:ea typeface="DM Sans"/>
                <a:cs typeface="DM Sans"/>
                <a:sym typeface="DM Sans"/>
              </a:rPr>
              <a:t>	</a:t>
            </a:r>
            <a:r>
              <a:rPr b="1" i="0" lang="en" sz="1200" u="none" cap="none" strike="noStrike">
                <a:solidFill>
                  <a:schemeClr val="dk1"/>
                </a:solidFill>
                <a:latin typeface="DM Sans"/>
                <a:ea typeface="DM Sans"/>
                <a:cs typeface="DM Sans"/>
                <a:sym typeface="DM Sans"/>
              </a:rPr>
              <a:t>Out_Type</a:t>
            </a:r>
            <a:endParaRPr b="1" i="0" sz="1200" u="none" cap="none" strike="noStrike">
              <a:solidFill>
                <a:schemeClr val="dk1"/>
              </a:solidFill>
              <a:latin typeface="DM Sans"/>
              <a:ea typeface="DM Sans"/>
              <a:cs typeface="DM Sans"/>
              <a:sym typeface="DM Sans"/>
            </a:endParaRPr>
          </a:p>
          <a:p>
            <a:pPr indent="-298450" lvl="0" marL="457200" marR="0" rtl="0" algn="l">
              <a:lnSpc>
                <a:spcPct val="95000"/>
              </a:lnSpc>
              <a:spcBef>
                <a:spcPts val="120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Out_Id: Unique identifier for the type of dismissal or way a batsman got out.</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Out_Name: The name or description of the type of dismissal (e.g., caught, bowled, lbw, run out).</a:t>
            </a:r>
            <a:endParaRPr b="0" i="0" sz="1100" u="none" cap="none" strike="noStrike">
              <a:solidFill>
                <a:schemeClr val="accent6"/>
              </a:solidFill>
              <a:latin typeface="DM Sans"/>
              <a:ea typeface="DM Sans"/>
              <a:cs typeface="DM Sans"/>
              <a:sym typeface="DM Sans"/>
            </a:endParaRPr>
          </a:p>
          <a:p>
            <a:pPr indent="-298450" lvl="0" marL="457200" marR="0" rtl="0" algn="l">
              <a:lnSpc>
                <a:spcPct val="115000"/>
              </a:lnSpc>
              <a:spcBef>
                <a:spcPts val="0"/>
              </a:spcBef>
              <a:spcAft>
                <a:spcPts val="0"/>
              </a:spcAft>
              <a:buClr>
                <a:schemeClr val="accent6"/>
              </a:buClr>
              <a:buSzPts val="1100"/>
              <a:buFont typeface="DM Sans"/>
              <a:buChar char="●"/>
            </a:pPr>
            <a:r>
              <a:rPr b="0" i="0" lang="en" sz="1100" u="none" cap="none" strike="noStrike">
                <a:solidFill>
                  <a:schemeClr val="accent6"/>
                </a:solidFill>
                <a:latin typeface="DM Sans"/>
                <a:ea typeface="DM Sans"/>
                <a:cs typeface="DM Sans"/>
                <a:sym typeface="DM Sans"/>
              </a:rPr>
              <a:t>Outcome_Id: Unique identifier for the outcome or result of a match.</a:t>
            </a:r>
            <a:endParaRPr b="0" i="0" sz="1100" u="none" cap="none" strike="noStrike">
              <a:solidFill>
                <a:schemeClr val="accent6"/>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
          <p:cNvSpPr txBox="1"/>
          <p:nvPr/>
        </p:nvSpPr>
        <p:spPr>
          <a:xfrm>
            <a:off x="237350" y="339950"/>
            <a:ext cx="4034100" cy="4538400"/>
          </a:xfrm>
          <a:prstGeom prst="rect">
            <a:avLst/>
          </a:prstGeom>
          <a:noFill/>
          <a:ln>
            <a:noFill/>
          </a:ln>
        </p:spPr>
        <p:txBody>
          <a:bodyPr anchorCtr="0" anchor="t" bIns="91425" lIns="91425" spcFirstLastPara="1" rIns="91425" wrap="square" tIns="91425">
            <a:noAutofit/>
          </a:bodyPr>
          <a:lstStyle/>
          <a:p>
            <a:pPr indent="457200" lvl="0" marL="0" marR="0" rtl="0" algn="l">
              <a:lnSpc>
                <a:spcPct val="115000"/>
              </a:lnSpc>
              <a:spcBef>
                <a:spcPts val="0"/>
              </a:spcBef>
              <a:spcAft>
                <a:spcPts val="0"/>
              </a:spcAft>
              <a:buClr>
                <a:srgbClr val="000000"/>
              </a:buClr>
              <a:buSzPts val="1300"/>
              <a:buFont typeface="Arial"/>
              <a:buNone/>
            </a:pPr>
            <a:r>
              <a:rPr b="1" i="0" lang="en" sz="1300" u="none" cap="none" strike="noStrike">
                <a:solidFill>
                  <a:schemeClr val="dk1"/>
                </a:solidFill>
                <a:latin typeface="DM Sans"/>
                <a:ea typeface="DM Sans"/>
                <a:cs typeface="DM Sans"/>
                <a:sym typeface="DM Sans"/>
              </a:rPr>
              <a:t>Rolee</a:t>
            </a:r>
            <a:endParaRPr b="1" i="0" sz="1300" u="none" cap="none" strike="noStrike">
              <a:solidFill>
                <a:schemeClr val="dk1"/>
              </a:solidFill>
              <a:latin typeface="DM Sans"/>
              <a:ea typeface="DM Sans"/>
              <a:cs typeface="DM Sans"/>
              <a:sym typeface="DM Sans"/>
            </a:endParaRPr>
          </a:p>
          <a:p>
            <a:pPr indent="-304800" lvl="0" marL="457200" marR="0" rtl="0" algn="l">
              <a:lnSpc>
                <a:spcPct val="115000"/>
              </a:lnSpc>
              <a:spcBef>
                <a:spcPts val="120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Role_Id: Unique identifier for a player's role or skills (e.g., batsman, bowler, all-rounder).</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Role_Desc: Description of a player's role or skills.</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Man_of_the_Series: The player awarded the Man of the Series award for a particular tournament.</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Orange_cap: The player awarded the Orange Cap (for most runs scored) in a particular tournament.</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Purple_cap: The player awarded the Purple Cap (for most wickets taken) in a particular tournament.</a:t>
            </a:r>
            <a:endParaRPr b="0" i="0" sz="1200" u="none" cap="none" strike="noStrike">
              <a:solidFill>
                <a:schemeClr val="accent6"/>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accent6"/>
                </a:solidFill>
                <a:latin typeface="DM Sans"/>
                <a:ea typeface="DM Sans"/>
                <a:cs typeface="DM Sans"/>
                <a:sym typeface="DM Sans"/>
              </a:rPr>
              <a:t>	</a:t>
            </a:r>
            <a:r>
              <a:rPr b="1" i="0" lang="en" sz="1300" u="none" cap="none" strike="noStrike">
                <a:solidFill>
                  <a:schemeClr val="dk1"/>
                </a:solidFill>
                <a:latin typeface="DM Sans"/>
                <a:ea typeface="DM Sans"/>
                <a:cs typeface="DM Sans"/>
                <a:sym typeface="DM Sans"/>
              </a:rPr>
              <a:t>Team</a:t>
            </a:r>
            <a:endParaRPr b="1" i="0" sz="1300" u="none" cap="none" strike="noStrike">
              <a:solidFill>
                <a:schemeClr val="dk1"/>
              </a:solidFill>
              <a:latin typeface="DM Sans"/>
              <a:ea typeface="DM Sans"/>
              <a:cs typeface="DM Sans"/>
              <a:sym typeface="DM Sans"/>
            </a:endParaRPr>
          </a:p>
          <a:p>
            <a:pPr indent="-304800" lvl="0" marL="457200" marR="0" rtl="0" algn="l">
              <a:lnSpc>
                <a:spcPct val="115000"/>
              </a:lnSpc>
              <a:spcBef>
                <a:spcPts val="120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Team_Id: Unique identifier for a team.</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Team_Name: The name of a team.</a:t>
            </a:r>
            <a:endParaRPr b="0" i="0" sz="1200" u="none" cap="none" strike="noStrike">
              <a:solidFill>
                <a:schemeClr val="accent6"/>
              </a:solidFill>
              <a:latin typeface="DM Sans"/>
              <a:ea typeface="DM Sans"/>
              <a:cs typeface="DM Sans"/>
              <a:sym typeface="DM Sans"/>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lt1"/>
              </a:solidFill>
              <a:latin typeface="DM Sans"/>
              <a:ea typeface="DM Sans"/>
              <a:cs typeface="DM Sans"/>
              <a:sym typeface="DM Sans"/>
            </a:endParaRPr>
          </a:p>
        </p:txBody>
      </p:sp>
      <p:sp>
        <p:nvSpPr>
          <p:cNvPr id="514" name="Google Shape;514;p8"/>
          <p:cNvSpPr txBox="1"/>
          <p:nvPr/>
        </p:nvSpPr>
        <p:spPr>
          <a:xfrm>
            <a:off x="5194675" y="339950"/>
            <a:ext cx="3582000" cy="352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accent6"/>
                </a:solidFill>
                <a:latin typeface="DM Sans"/>
                <a:ea typeface="DM Sans"/>
                <a:cs typeface="DM Sans"/>
                <a:sym typeface="DM Sans"/>
              </a:rPr>
              <a:t>	</a:t>
            </a:r>
            <a:r>
              <a:rPr b="1" i="0" lang="en" sz="1300" u="none" cap="none" strike="noStrike">
                <a:solidFill>
                  <a:schemeClr val="dk1"/>
                </a:solidFill>
                <a:latin typeface="DM Sans"/>
                <a:ea typeface="DM Sans"/>
                <a:cs typeface="DM Sans"/>
                <a:sym typeface="DM Sans"/>
              </a:rPr>
              <a:t>Umpire</a:t>
            </a:r>
            <a:endParaRPr b="1" i="0" sz="1300" u="none" cap="none" strike="noStrike">
              <a:solidFill>
                <a:schemeClr val="dk1"/>
              </a:solidFill>
              <a:latin typeface="DM Sans"/>
              <a:ea typeface="DM Sans"/>
              <a:cs typeface="DM Sans"/>
              <a:sym typeface="DM Sans"/>
            </a:endParaRPr>
          </a:p>
          <a:p>
            <a:pPr indent="-304800" lvl="0" marL="457200" marR="0" rtl="0" algn="l">
              <a:lnSpc>
                <a:spcPct val="115000"/>
              </a:lnSpc>
              <a:spcBef>
                <a:spcPts val="120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Umpire_id: Unique identifier for an umpire officiating the match.</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Umpire_name: The name of an umpire.</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Umpire_country: The country or nationality of an umpire.</a:t>
            </a:r>
            <a:endParaRPr b="0" i="0" sz="1200" u="none" cap="none" strike="noStrike">
              <a:solidFill>
                <a:schemeClr val="accent6"/>
              </a:solidFill>
              <a:latin typeface="DM Sans"/>
              <a:ea typeface="DM Sans"/>
              <a:cs typeface="DM Sans"/>
              <a:sym typeface="DM Sans"/>
            </a:endParaRPr>
          </a:p>
          <a:p>
            <a:pPr indent="457200" lvl="0" marL="0" marR="0" rtl="0" algn="l">
              <a:lnSpc>
                <a:spcPct val="115000"/>
              </a:lnSpc>
              <a:spcBef>
                <a:spcPts val="1200"/>
              </a:spcBef>
              <a:spcAft>
                <a:spcPts val="0"/>
              </a:spcAft>
              <a:buClr>
                <a:srgbClr val="000000"/>
              </a:buClr>
              <a:buSzPts val="1300"/>
              <a:buFont typeface="Arial"/>
              <a:buNone/>
            </a:pPr>
            <a:r>
              <a:rPr b="1" i="0" lang="en" sz="1300" u="none" cap="none" strike="noStrike">
                <a:solidFill>
                  <a:schemeClr val="dk1"/>
                </a:solidFill>
                <a:latin typeface="DM Sans"/>
                <a:ea typeface="DM Sans"/>
                <a:cs typeface="DM Sans"/>
                <a:sym typeface="DM Sans"/>
              </a:rPr>
              <a:t>Toss Decision</a:t>
            </a:r>
            <a:endParaRPr b="1" i="0" sz="1300" u="none" cap="none" strike="noStrike">
              <a:solidFill>
                <a:schemeClr val="dk1"/>
              </a:solidFill>
              <a:latin typeface="DM Sans"/>
              <a:ea typeface="DM Sans"/>
              <a:cs typeface="DM Sans"/>
              <a:sym typeface="DM Sans"/>
            </a:endParaRPr>
          </a:p>
          <a:p>
            <a:pPr indent="-304800" lvl="0" marL="457200" marR="0" rtl="0" algn="l">
              <a:lnSpc>
                <a:spcPct val="115000"/>
              </a:lnSpc>
              <a:spcBef>
                <a:spcPts val="120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Toss_Name: The name or description of the toss (e.g., heads or tails).</a:t>
            </a:r>
            <a:endParaRPr b="0" i="0" sz="1200" u="none" cap="none" strike="noStrike">
              <a:solidFill>
                <a:schemeClr val="accent6"/>
              </a:solidFill>
              <a:latin typeface="DM Sans"/>
              <a:ea typeface="DM Sans"/>
              <a:cs typeface="DM Sans"/>
              <a:sym typeface="DM Sans"/>
            </a:endParaRPr>
          </a:p>
          <a:p>
            <a:pPr indent="457200" lvl="0" marL="0" marR="0" rtl="0" algn="l">
              <a:lnSpc>
                <a:spcPct val="115000"/>
              </a:lnSpc>
              <a:spcBef>
                <a:spcPts val="1200"/>
              </a:spcBef>
              <a:spcAft>
                <a:spcPts val="0"/>
              </a:spcAft>
              <a:buClr>
                <a:srgbClr val="000000"/>
              </a:buClr>
              <a:buSzPts val="1300"/>
              <a:buFont typeface="Arial"/>
              <a:buNone/>
            </a:pPr>
            <a:r>
              <a:rPr b="1" i="0" lang="en" sz="1300" u="none" cap="none" strike="noStrike">
                <a:solidFill>
                  <a:schemeClr val="dk1"/>
                </a:solidFill>
                <a:latin typeface="DM Sans"/>
                <a:ea typeface="DM Sans"/>
                <a:cs typeface="DM Sans"/>
                <a:sym typeface="DM Sans"/>
              </a:rPr>
              <a:t>Player</a:t>
            </a:r>
            <a:endParaRPr b="1" i="0" sz="1300" u="none" cap="none" strike="noStrike">
              <a:solidFill>
                <a:schemeClr val="dk1"/>
              </a:solidFill>
              <a:latin typeface="DM Sans"/>
              <a:ea typeface="DM Sans"/>
              <a:cs typeface="DM Sans"/>
              <a:sym typeface="DM Sans"/>
            </a:endParaRPr>
          </a:p>
          <a:p>
            <a:pPr indent="-304800" lvl="0" marL="457200" marR="0" rtl="0" algn="l">
              <a:lnSpc>
                <a:spcPct val="115000"/>
              </a:lnSpc>
              <a:spcBef>
                <a:spcPts val="120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Player_Id: Unique identifier for a player.</a:t>
            </a:r>
            <a:endParaRPr b="0" i="0" sz="1200" u="none" cap="none" strike="noStrike">
              <a:solidFill>
                <a:schemeClr val="accent6"/>
              </a:solidFill>
              <a:latin typeface="DM Sans"/>
              <a:ea typeface="DM Sans"/>
              <a:cs typeface="DM Sans"/>
              <a:sym typeface="DM Sans"/>
            </a:endParaRPr>
          </a:p>
          <a:p>
            <a:pPr indent="-304800" lvl="0" marL="457200" marR="0" rtl="0" algn="l">
              <a:lnSpc>
                <a:spcPct val="115000"/>
              </a:lnSpc>
              <a:spcBef>
                <a:spcPts val="0"/>
              </a:spcBef>
              <a:spcAft>
                <a:spcPts val="0"/>
              </a:spcAft>
              <a:buClr>
                <a:schemeClr val="accent6"/>
              </a:buClr>
              <a:buSzPts val="1200"/>
              <a:buFont typeface="DM Sans"/>
              <a:buChar char="●"/>
            </a:pPr>
            <a:r>
              <a:rPr b="0" i="0" lang="en" sz="1200" u="none" cap="none" strike="noStrike">
                <a:solidFill>
                  <a:schemeClr val="accent6"/>
                </a:solidFill>
                <a:latin typeface="DM Sans"/>
                <a:ea typeface="DM Sans"/>
                <a:cs typeface="DM Sans"/>
                <a:sym typeface="DM Sans"/>
              </a:rPr>
              <a:t>Player_Name: The name of a player.</a:t>
            </a:r>
            <a:endParaRPr b="0" i="0" sz="1200" u="none" cap="none" strike="noStrike">
              <a:solidFill>
                <a:schemeClr val="accent6"/>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9"/>
          <p:cNvSpPr txBox="1"/>
          <p:nvPr/>
        </p:nvSpPr>
        <p:spPr>
          <a:xfrm>
            <a:off x="640775" y="732175"/>
            <a:ext cx="3316800" cy="3653100"/>
          </a:xfrm>
          <a:prstGeom prst="rect">
            <a:avLst/>
          </a:prstGeom>
          <a:noFill/>
          <a:ln>
            <a:noFill/>
          </a:ln>
        </p:spPr>
        <p:txBody>
          <a:bodyPr anchorCtr="0" anchor="t" bIns="91425" lIns="91425" spcFirstLastPara="1" rIns="91425" wrap="square" tIns="91425">
            <a:noAutofit/>
          </a:bodyPr>
          <a:lstStyle/>
          <a:p>
            <a:pPr indent="457200" lvl="0" marL="0" marR="0" rtl="0" algn="l">
              <a:lnSpc>
                <a:spcPct val="115000"/>
              </a:lnSpc>
              <a:spcBef>
                <a:spcPts val="1400"/>
              </a:spcBef>
              <a:spcAft>
                <a:spcPts val="0"/>
              </a:spcAft>
              <a:buClr>
                <a:srgbClr val="000000"/>
              </a:buClr>
              <a:buSzPts val="1500"/>
              <a:buFont typeface="Arial"/>
              <a:buNone/>
            </a:pPr>
            <a:r>
              <a:rPr b="1" i="0" lang="en" sz="1500" u="none" cap="none" strike="noStrike">
                <a:solidFill>
                  <a:schemeClr val="dk1"/>
                </a:solidFill>
                <a:latin typeface="DM Sans"/>
                <a:ea typeface="DM Sans"/>
                <a:cs typeface="DM Sans"/>
                <a:sym typeface="DM Sans"/>
              </a:rPr>
              <a:t>Extra Runs </a:t>
            </a:r>
            <a:endParaRPr b="1" i="0" sz="1500" u="none" cap="none" strike="noStrike">
              <a:solidFill>
                <a:schemeClr val="dk1"/>
              </a:solidFill>
              <a:latin typeface="DM Sans"/>
              <a:ea typeface="DM Sans"/>
              <a:cs typeface="DM Sans"/>
              <a:sym typeface="DM Sans"/>
            </a:endParaRPr>
          </a:p>
          <a:p>
            <a:pPr indent="-317500" lvl="0" marL="457200" marR="0" rtl="0" algn="l">
              <a:lnSpc>
                <a:spcPct val="115000"/>
              </a:lnSpc>
              <a:spcBef>
                <a:spcPts val="900"/>
              </a:spcBef>
              <a:spcAft>
                <a:spcPts val="0"/>
              </a:spcAft>
              <a:buClr>
                <a:schemeClr val="accent6"/>
              </a:buClr>
              <a:buSzPts val="1400"/>
              <a:buFont typeface="DM Sans"/>
              <a:buChar char="●"/>
            </a:pPr>
            <a:r>
              <a:rPr b="0" i="0" lang="en" sz="1400" u="none" cap="none" strike="noStrike">
                <a:solidFill>
                  <a:schemeClr val="accent6"/>
                </a:solidFill>
                <a:latin typeface="DM Sans"/>
                <a:ea typeface="DM Sans"/>
                <a:cs typeface="DM Sans"/>
                <a:sym typeface="DM Sans"/>
              </a:rPr>
              <a:t>Ball_Id: Reference to the specific ball during which extra runs were conceded.</a:t>
            </a:r>
            <a:endParaRPr b="0" i="0" sz="1400" u="none" cap="none" strike="noStrike">
              <a:solidFill>
                <a:schemeClr val="accent6"/>
              </a:solidFill>
              <a:latin typeface="DM Sans"/>
              <a:ea typeface="DM Sans"/>
              <a:cs typeface="DM Sans"/>
              <a:sym typeface="DM Sans"/>
            </a:endParaRPr>
          </a:p>
          <a:p>
            <a:pPr indent="-317500" lvl="0" marL="457200" marR="0" rtl="0" algn="l">
              <a:lnSpc>
                <a:spcPct val="115000"/>
              </a:lnSpc>
              <a:spcBef>
                <a:spcPts val="0"/>
              </a:spcBef>
              <a:spcAft>
                <a:spcPts val="0"/>
              </a:spcAft>
              <a:buClr>
                <a:schemeClr val="accent6"/>
              </a:buClr>
              <a:buSzPts val="1400"/>
              <a:buFont typeface="DM Sans"/>
              <a:buChar char="●"/>
            </a:pPr>
            <a:r>
              <a:rPr b="0" i="0" lang="en" sz="1400" u="none" cap="none" strike="noStrike">
                <a:solidFill>
                  <a:schemeClr val="accent6"/>
                </a:solidFill>
                <a:latin typeface="DM Sans"/>
                <a:ea typeface="DM Sans"/>
                <a:cs typeface="DM Sans"/>
                <a:sym typeface="DM Sans"/>
              </a:rPr>
              <a:t>Extra_Type_Id: Type of extra run (e.g., wide, no-ball).</a:t>
            </a:r>
            <a:endParaRPr b="0" i="0" sz="1400" u="none" cap="none" strike="noStrike">
              <a:solidFill>
                <a:schemeClr val="accent6"/>
              </a:solidFill>
              <a:latin typeface="DM Sans"/>
              <a:ea typeface="DM Sans"/>
              <a:cs typeface="DM Sans"/>
              <a:sym typeface="DM Sans"/>
            </a:endParaRPr>
          </a:p>
          <a:p>
            <a:pPr indent="-317500" lvl="0" marL="457200" marR="0" rtl="0" algn="l">
              <a:lnSpc>
                <a:spcPct val="115000"/>
              </a:lnSpc>
              <a:spcBef>
                <a:spcPts val="0"/>
              </a:spcBef>
              <a:spcAft>
                <a:spcPts val="0"/>
              </a:spcAft>
              <a:buClr>
                <a:schemeClr val="accent6"/>
              </a:buClr>
              <a:buSzPts val="1400"/>
              <a:buFont typeface="DM Sans"/>
              <a:buChar char="●"/>
            </a:pPr>
            <a:r>
              <a:rPr b="0" i="0" lang="en" sz="1400" u="none" cap="none" strike="noStrike">
                <a:solidFill>
                  <a:schemeClr val="accent6"/>
                </a:solidFill>
                <a:latin typeface="DM Sans"/>
                <a:ea typeface="DM Sans"/>
                <a:cs typeface="DM Sans"/>
                <a:sym typeface="DM Sans"/>
              </a:rPr>
              <a:t>Innings_No: The innings number during which the extra run occurred.</a:t>
            </a:r>
            <a:endParaRPr b="0" i="0" sz="1400" u="none" cap="none" strike="noStrike">
              <a:solidFill>
                <a:schemeClr val="accent6"/>
              </a:solidFill>
              <a:latin typeface="DM Sans"/>
              <a:ea typeface="DM Sans"/>
              <a:cs typeface="DM Sans"/>
              <a:sym typeface="DM Sans"/>
            </a:endParaRPr>
          </a:p>
          <a:p>
            <a:pPr indent="-317500" lvl="0" marL="457200" marR="0" rtl="0" algn="l">
              <a:lnSpc>
                <a:spcPct val="115000"/>
              </a:lnSpc>
              <a:spcBef>
                <a:spcPts val="0"/>
              </a:spcBef>
              <a:spcAft>
                <a:spcPts val="0"/>
              </a:spcAft>
              <a:buClr>
                <a:schemeClr val="accent6"/>
              </a:buClr>
              <a:buSzPts val="1400"/>
              <a:buFont typeface="DM Sans"/>
              <a:buChar char="●"/>
            </a:pPr>
            <a:r>
              <a:rPr b="0" i="0" lang="en" sz="1400" u="none" cap="none" strike="noStrike">
                <a:solidFill>
                  <a:schemeClr val="accent6"/>
                </a:solidFill>
                <a:latin typeface="DM Sans"/>
                <a:ea typeface="DM Sans"/>
                <a:cs typeface="DM Sans"/>
                <a:sym typeface="DM Sans"/>
              </a:rPr>
              <a:t>Match_Id: Reference to the match in which the extra runs were conceded.</a:t>
            </a:r>
            <a:endParaRPr b="0" i="0" sz="1400" u="none" cap="none" strike="noStrike">
              <a:solidFill>
                <a:schemeClr val="accent6"/>
              </a:solidFill>
              <a:latin typeface="DM Sans"/>
              <a:ea typeface="DM Sans"/>
              <a:cs typeface="DM Sans"/>
              <a:sym typeface="DM Sans"/>
            </a:endParaRPr>
          </a:p>
        </p:txBody>
      </p:sp>
      <p:pic>
        <p:nvPicPr>
          <p:cNvPr id="520" name="Google Shape;520;p9"/>
          <p:cNvPicPr preferRelativeResize="0"/>
          <p:nvPr/>
        </p:nvPicPr>
        <p:blipFill rotWithShape="1">
          <a:blip r:embed="rId3">
            <a:alphaModFix/>
          </a:blip>
          <a:srcRect b="0" l="0" r="0" t="0"/>
          <a:stretch/>
        </p:blipFill>
        <p:spPr>
          <a:xfrm>
            <a:off x="4132375" y="1086613"/>
            <a:ext cx="4881626" cy="29442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0"/>
          <p:cNvSpPr txBox="1"/>
          <p:nvPr/>
        </p:nvSpPr>
        <p:spPr>
          <a:xfrm>
            <a:off x="170125" y="171875"/>
            <a:ext cx="5020200" cy="4852200"/>
          </a:xfrm>
          <a:prstGeom prst="rect">
            <a:avLst/>
          </a:prstGeom>
          <a:noFill/>
          <a:ln>
            <a:noFill/>
          </a:ln>
        </p:spPr>
        <p:txBody>
          <a:bodyPr anchorCtr="0" anchor="t" bIns="91425" lIns="91425" spcFirstLastPara="1" rIns="91425" wrap="square" tIns="91425">
            <a:normAutofit fontScale="77500" lnSpcReduction="20000"/>
          </a:bodyPr>
          <a:lstStyle/>
          <a:p>
            <a:pPr indent="0" lvl="0" marL="0" marR="0" rtl="0" algn="ctr">
              <a:lnSpc>
                <a:spcPct val="115000"/>
              </a:lnSpc>
              <a:spcBef>
                <a:spcPts val="0"/>
              </a:spcBef>
              <a:spcAft>
                <a:spcPts val="0"/>
              </a:spcAft>
              <a:buClr>
                <a:srgbClr val="000000"/>
              </a:buClr>
              <a:buSzPct val="100000"/>
              <a:buFont typeface="Arial"/>
              <a:buNone/>
            </a:pPr>
            <a:r>
              <a:rPr b="1" i="0" lang="en" sz="2400" u="none" cap="none" strike="noStrike">
                <a:solidFill>
                  <a:schemeClr val="dk1"/>
                </a:solidFill>
                <a:latin typeface="DM Sans"/>
                <a:ea typeface="DM Sans"/>
                <a:cs typeface="DM Sans"/>
                <a:sym typeface="DM Sans"/>
              </a:rPr>
              <a:t>Methodology</a:t>
            </a:r>
            <a:endParaRPr b="1" i="0" sz="2400" u="none" cap="none" strike="noStrike">
              <a:solidFill>
                <a:schemeClr val="dk1"/>
              </a:solidFill>
              <a:latin typeface="DM Sans"/>
              <a:ea typeface="DM Sans"/>
              <a:cs typeface="DM Sans"/>
              <a:sym typeface="DM Sans"/>
            </a:endParaRPr>
          </a:p>
          <a:p>
            <a:pPr indent="0" lvl="0" marL="0" marR="0" rtl="0" algn="ctr">
              <a:lnSpc>
                <a:spcPct val="115000"/>
              </a:lnSpc>
              <a:spcBef>
                <a:spcPts val="0"/>
              </a:spcBef>
              <a:spcAft>
                <a:spcPts val="0"/>
              </a:spcAft>
              <a:buClr>
                <a:srgbClr val="000000"/>
              </a:buClr>
              <a:buSzPct val="100000"/>
              <a:buFont typeface="Arial"/>
              <a:buNone/>
            </a:pPr>
            <a:r>
              <a:t/>
            </a:r>
            <a:endParaRPr b="1" i="0" sz="2400" u="none" cap="none" strike="noStrike">
              <a:solidFill>
                <a:schemeClr val="dk1"/>
              </a:solidFill>
              <a:latin typeface="DM Sans"/>
              <a:ea typeface="DM Sans"/>
              <a:cs typeface="DM Sans"/>
              <a:sym typeface="DM Sans"/>
            </a:endParaRPr>
          </a:p>
          <a:p>
            <a:pPr indent="-302449" lvl="0" marL="457200" marR="0" rtl="0" algn="l">
              <a:lnSpc>
                <a:spcPct val="115000"/>
              </a:lnSpc>
              <a:spcBef>
                <a:spcPts val="900"/>
              </a:spcBef>
              <a:spcAft>
                <a:spcPts val="0"/>
              </a:spcAft>
              <a:buClr>
                <a:schemeClr val="accent6"/>
              </a:buClr>
              <a:buSzPct val="100000"/>
              <a:buFont typeface="DM Sans"/>
              <a:buChar char="●"/>
            </a:pPr>
            <a:r>
              <a:rPr b="1" i="0" lang="en" sz="1500" u="none" cap="none" strike="noStrike">
                <a:solidFill>
                  <a:schemeClr val="dk1"/>
                </a:solidFill>
                <a:latin typeface="DM Sans"/>
                <a:ea typeface="DM Sans"/>
                <a:cs typeface="DM Sans"/>
                <a:sym typeface="DM Sans"/>
              </a:rPr>
              <a:t>Data Cleaning:</a:t>
            </a:r>
            <a:r>
              <a:rPr b="0" i="0" lang="en" sz="1500" u="none" cap="none" strike="noStrike">
                <a:solidFill>
                  <a:schemeClr val="accent6"/>
                </a:solidFill>
                <a:latin typeface="DM Sans"/>
                <a:ea typeface="DM Sans"/>
                <a:cs typeface="DM Sans"/>
                <a:sym typeface="DM Sans"/>
              </a:rPr>
              <a:t> Thoroughly checked the entire dataset for any inaccuracies, but the data is clean.</a:t>
            </a:r>
            <a:endParaRPr b="0" i="0" sz="15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ct val="100000"/>
              <a:buFont typeface="Arial"/>
              <a:buNone/>
            </a:pPr>
            <a:r>
              <a:t/>
            </a:r>
            <a:endParaRPr b="1" i="0" sz="1500" u="none" cap="none" strike="noStrike">
              <a:solidFill>
                <a:schemeClr val="dk1"/>
              </a:solidFill>
              <a:latin typeface="DM Sans"/>
              <a:ea typeface="DM Sans"/>
              <a:cs typeface="DM Sans"/>
              <a:sym typeface="DM Sans"/>
            </a:endParaRPr>
          </a:p>
          <a:p>
            <a:pPr indent="-302449" lvl="0" marL="457200" marR="0" rtl="0" algn="l">
              <a:lnSpc>
                <a:spcPct val="115000"/>
              </a:lnSpc>
              <a:spcBef>
                <a:spcPts val="900"/>
              </a:spcBef>
              <a:spcAft>
                <a:spcPts val="0"/>
              </a:spcAft>
              <a:buClr>
                <a:schemeClr val="accent6"/>
              </a:buClr>
              <a:buSzPct val="100000"/>
              <a:buFont typeface="DM Sans"/>
              <a:buChar char="●"/>
            </a:pPr>
            <a:r>
              <a:rPr b="1" i="0" lang="en" sz="1500" u="none" cap="none" strike="noStrike">
                <a:solidFill>
                  <a:schemeClr val="dk1"/>
                </a:solidFill>
                <a:latin typeface="DM Sans"/>
                <a:ea typeface="DM Sans"/>
                <a:cs typeface="DM Sans"/>
                <a:sym typeface="DM Sans"/>
              </a:rPr>
              <a:t>Data Aggregation:</a:t>
            </a:r>
            <a:r>
              <a:rPr b="0" i="0" lang="en" sz="1500" u="none" cap="none" strike="noStrike">
                <a:solidFill>
                  <a:schemeClr val="accent6"/>
                </a:solidFill>
                <a:latin typeface="DM Sans"/>
                <a:ea typeface="DM Sans"/>
                <a:cs typeface="DM Sans"/>
                <a:sym typeface="DM Sans"/>
              </a:rPr>
              <a:t> Used various aggregation functions such as count(), sum(), avg(), etc., to aggregate the data and get a meaningful summary.</a:t>
            </a:r>
            <a:endParaRPr b="0" i="0" sz="15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ct val="100000"/>
              <a:buFont typeface="Arial"/>
              <a:buNone/>
            </a:pPr>
            <a:r>
              <a:t/>
            </a:r>
            <a:endParaRPr b="0" i="0" sz="1500" u="none" cap="none" strike="noStrike">
              <a:solidFill>
                <a:schemeClr val="accent6"/>
              </a:solidFill>
              <a:latin typeface="DM Sans"/>
              <a:ea typeface="DM Sans"/>
              <a:cs typeface="DM Sans"/>
              <a:sym typeface="DM Sans"/>
            </a:endParaRPr>
          </a:p>
          <a:p>
            <a:pPr indent="-302449" lvl="0" marL="457200" marR="0" rtl="0" algn="l">
              <a:lnSpc>
                <a:spcPct val="115000"/>
              </a:lnSpc>
              <a:spcBef>
                <a:spcPts val="900"/>
              </a:spcBef>
              <a:spcAft>
                <a:spcPts val="0"/>
              </a:spcAft>
              <a:buClr>
                <a:schemeClr val="accent6"/>
              </a:buClr>
              <a:buSzPct val="100000"/>
              <a:buFont typeface="DM Sans"/>
              <a:buChar char="●"/>
            </a:pPr>
            <a:r>
              <a:rPr b="1" i="0" lang="en" sz="1500" u="none" cap="none" strike="noStrike">
                <a:solidFill>
                  <a:schemeClr val="dk1"/>
                </a:solidFill>
                <a:latin typeface="DM Sans"/>
                <a:ea typeface="DM Sans"/>
                <a:cs typeface="DM Sans"/>
                <a:sym typeface="DM Sans"/>
              </a:rPr>
              <a:t>Data Manipulation:</a:t>
            </a:r>
            <a:r>
              <a:rPr b="0" i="0" lang="en" sz="1500" u="none" cap="none" strike="noStrike">
                <a:solidFill>
                  <a:schemeClr val="accent6"/>
                </a:solidFill>
                <a:latin typeface="DM Sans"/>
                <a:ea typeface="DM Sans"/>
                <a:cs typeface="DM Sans"/>
                <a:sym typeface="DM Sans"/>
              </a:rPr>
              <a:t> Created a view named “all_data” by using joins, and also used sub-queries for easier analysis.</a:t>
            </a:r>
            <a:endParaRPr b="0" i="0" sz="15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ct val="100000"/>
              <a:buFont typeface="Arial"/>
              <a:buNone/>
            </a:pPr>
            <a:r>
              <a:t/>
            </a:r>
            <a:endParaRPr b="1" i="0" sz="1500" u="none" cap="none" strike="noStrike">
              <a:solidFill>
                <a:schemeClr val="dk1"/>
              </a:solidFill>
              <a:latin typeface="DM Sans"/>
              <a:ea typeface="DM Sans"/>
              <a:cs typeface="DM Sans"/>
              <a:sym typeface="DM Sans"/>
            </a:endParaRPr>
          </a:p>
          <a:p>
            <a:pPr indent="-302449" lvl="0" marL="457200" marR="0" rtl="0" algn="l">
              <a:lnSpc>
                <a:spcPct val="115000"/>
              </a:lnSpc>
              <a:spcBef>
                <a:spcPts val="900"/>
              </a:spcBef>
              <a:spcAft>
                <a:spcPts val="0"/>
              </a:spcAft>
              <a:buClr>
                <a:schemeClr val="accent6"/>
              </a:buClr>
              <a:buSzPct val="100000"/>
              <a:buFont typeface="DM Sans"/>
              <a:buChar char="●"/>
            </a:pPr>
            <a:r>
              <a:rPr b="1" i="0" lang="en" sz="1500" u="none" cap="none" strike="noStrike">
                <a:solidFill>
                  <a:schemeClr val="dk1"/>
                </a:solidFill>
                <a:latin typeface="DM Sans"/>
                <a:ea typeface="DM Sans"/>
                <a:cs typeface="DM Sans"/>
                <a:sym typeface="DM Sans"/>
              </a:rPr>
              <a:t>Data Measurement:</a:t>
            </a:r>
            <a:r>
              <a:rPr b="0" i="0" lang="en" sz="1500" u="none" cap="none" strike="noStrike">
                <a:solidFill>
                  <a:schemeClr val="accent6"/>
                </a:solidFill>
                <a:latin typeface="DM Sans"/>
                <a:ea typeface="DM Sans"/>
                <a:cs typeface="DM Sans"/>
                <a:sym typeface="DM Sans"/>
              </a:rPr>
              <a:t> Measured the data of various players by using aggregation functions and other functions like limit, window rank functions, etc.</a:t>
            </a:r>
            <a:endParaRPr b="0" i="0" sz="15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ct val="100000"/>
              <a:buFont typeface="Arial"/>
              <a:buNone/>
            </a:pPr>
            <a:r>
              <a:t/>
            </a:r>
            <a:endParaRPr b="1" i="0" sz="1500" u="none" cap="none" strike="noStrike">
              <a:solidFill>
                <a:schemeClr val="dk1"/>
              </a:solidFill>
              <a:latin typeface="DM Sans"/>
              <a:ea typeface="DM Sans"/>
              <a:cs typeface="DM Sans"/>
              <a:sym typeface="DM Sans"/>
            </a:endParaRPr>
          </a:p>
          <a:p>
            <a:pPr indent="-302449" lvl="0" marL="457200" marR="0" rtl="0" algn="l">
              <a:lnSpc>
                <a:spcPct val="115000"/>
              </a:lnSpc>
              <a:spcBef>
                <a:spcPts val="900"/>
              </a:spcBef>
              <a:spcAft>
                <a:spcPts val="0"/>
              </a:spcAft>
              <a:buClr>
                <a:schemeClr val="accent6"/>
              </a:buClr>
              <a:buSzPct val="100000"/>
              <a:buFont typeface="DM Sans"/>
              <a:buChar char="●"/>
            </a:pPr>
            <a:r>
              <a:rPr b="1" i="0" lang="en" sz="1500" u="none" cap="none" strike="noStrike">
                <a:solidFill>
                  <a:schemeClr val="dk1"/>
                </a:solidFill>
                <a:latin typeface="DM Sans"/>
                <a:ea typeface="DM Sans"/>
                <a:cs typeface="DM Sans"/>
                <a:sym typeface="DM Sans"/>
              </a:rPr>
              <a:t>Data Visualization: </a:t>
            </a:r>
            <a:r>
              <a:rPr b="0" i="0" lang="en" sz="1500" u="none" cap="none" strike="noStrike">
                <a:solidFill>
                  <a:schemeClr val="accent6"/>
                </a:solidFill>
                <a:latin typeface="DM Sans"/>
                <a:ea typeface="DM Sans"/>
                <a:cs typeface="DM Sans"/>
                <a:sym typeface="DM Sans"/>
              </a:rPr>
              <a:t>Used Excel for visualization of outputs to summarize the data, gain meaningful insights, and identify any trends.</a:t>
            </a:r>
            <a:endParaRPr b="0" i="0" sz="1200" u="none" cap="none" strike="noStrike">
              <a:solidFill>
                <a:schemeClr val="lt1"/>
              </a:solidFill>
              <a:latin typeface="DM Sans"/>
              <a:ea typeface="DM Sans"/>
              <a:cs typeface="DM Sans"/>
              <a:sym typeface="DM Sans"/>
            </a:endParaRPr>
          </a:p>
        </p:txBody>
      </p:sp>
      <p:pic>
        <p:nvPicPr>
          <p:cNvPr descr="Gear Cog Images | Free Photos, PNG Stickers, Wallpapers ..." id="526" name="Google Shape;526;p10"/>
          <p:cNvPicPr preferRelativeResize="0"/>
          <p:nvPr/>
        </p:nvPicPr>
        <p:blipFill rotWithShape="1">
          <a:blip r:embed="rId3">
            <a:alphaModFix/>
          </a:blip>
          <a:srcRect b="0" l="0" r="0" t="0"/>
          <a:stretch/>
        </p:blipFill>
        <p:spPr>
          <a:xfrm>
            <a:off x="5365125" y="902475"/>
            <a:ext cx="3648876" cy="36488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11"/>
          <p:cNvSpPr txBox="1"/>
          <p:nvPr/>
        </p:nvSpPr>
        <p:spPr>
          <a:xfrm>
            <a:off x="315800" y="1540550"/>
            <a:ext cx="3765300" cy="30108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From 2008 to 2016, RCB didn’t win a single championship.</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Here, the pie chart shows the winning percentage of RCB in the past 4 seasons.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In the past 4 seasons, RCB has not even won 60% of the matches played.</a:t>
            </a:r>
            <a:endParaRPr b="0" i="0" sz="1800" u="none" cap="none" strike="noStrike">
              <a:solidFill>
                <a:schemeClr val="accent6"/>
              </a:solidFill>
              <a:latin typeface="DM Sans"/>
              <a:ea typeface="DM Sans"/>
              <a:cs typeface="DM Sans"/>
              <a:sym typeface="DM Sans"/>
            </a:endParaRPr>
          </a:p>
        </p:txBody>
      </p:sp>
      <p:pic>
        <p:nvPicPr>
          <p:cNvPr id="532" name="Google Shape;532;p11" title="Chart"/>
          <p:cNvPicPr preferRelativeResize="0"/>
          <p:nvPr/>
        </p:nvPicPr>
        <p:blipFill rotWithShape="1">
          <a:blip r:embed="rId3">
            <a:alphaModFix/>
          </a:blip>
          <a:srcRect b="0" l="0" r="0" t="0"/>
          <a:stretch/>
        </p:blipFill>
        <p:spPr>
          <a:xfrm>
            <a:off x="4634325" y="1616571"/>
            <a:ext cx="4336950" cy="2858753"/>
          </a:xfrm>
          <a:prstGeom prst="rect">
            <a:avLst/>
          </a:prstGeom>
          <a:noFill/>
          <a:ln>
            <a:noFill/>
          </a:ln>
        </p:spPr>
      </p:pic>
      <p:sp>
        <p:nvSpPr>
          <p:cNvPr id="533" name="Google Shape;533;p11"/>
          <p:cNvSpPr txBox="1"/>
          <p:nvPr/>
        </p:nvSpPr>
        <p:spPr>
          <a:xfrm>
            <a:off x="1010575" y="418375"/>
            <a:ext cx="7474200" cy="750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RCB’s past seasons performance analysis.</a:t>
            </a:r>
            <a:endParaRPr b="0" i="0" sz="2600" u="none" cap="none" strike="noStrike">
              <a:solidFill>
                <a:schemeClr val="lt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2"/>
          <p:cNvSpPr txBox="1"/>
          <p:nvPr/>
        </p:nvSpPr>
        <p:spPr>
          <a:xfrm>
            <a:off x="730400" y="407200"/>
            <a:ext cx="7485600" cy="1075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RCB’s winning percentages of Home and Away..</a:t>
            </a:r>
            <a:endParaRPr b="1" i="0" sz="2600" u="none" cap="none" strike="noStrike">
              <a:solidFill>
                <a:schemeClr val="dk1"/>
              </a:solidFill>
              <a:latin typeface="DM Sans"/>
              <a:ea typeface="DM Sans"/>
              <a:cs typeface="DM Sans"/>
              <a:sym typeface="DM Sans"/>
            </a:endParaRPr>
          </a:p>
        </p:txBody>
      </p:sp>
      <p:sp>
        <p:nvSpPr>
          <p:cNvPr id="539" name="Google Shape;539;p12"/>
          <p:cNvSpPr txBox="1"/>
          <p:nvPr/>
        </p:nvSpPr>
        <p:spPr>
          <a:xfrm>
            <a:off x="594000" y="1942400"/>
            <a:ext cx="3978000" cy="2055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RCB has a higher winning percentage at home-ground with 57%, which shows that RCB is utilizing the home-ground advantage properly.</a:t>
            </a:r>
            <a:endParaRPr b="0" i="0" sz="1800" u="none" cap="none" strike="noStrike">
              <a:solidFill>
                <a:schemeClr val="accent6"/>
              </a:solidFill>
              <a:latin typeface="DM Sans"/>
              <a:ea typeface="DM Sans"/>
              <a:cs typeface="DM Sans"/>
              <a:sym typeface="DM Sans"/>
            </a:endParaRPr>
          </a:p>
        </p:txBody>
      </p:sp>
      <p:pic>
        <p:nvPicPr>
          <p:cNvPr id="540" name="Google Shape;540;p12" title="Chart"/>
          <p:cNvPicPr preferRelativeResize="0"/>
          <p:nvPr/>
        </p:nvPicPr>
        <p:blipFill rotWithShape="1">
          <a:blip r:embed="rId3">
            <a:alphaModFix/>
          </a:blip>
          <a:srcRect b="0" l="0" r="0" t="0"/>
          <a:stretch/>
        </p:blipFill>
        <p:spPr>
          <a:xfrm>
            <a:off x="4826038" y="1785800"/>
            <a:ext cx="4124325" cy="2543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3"/>
          <p:cNvSpPr txBox="1"/>
          <p:nvPr/>
        </p:nvSpPr>
        <p:spPr>
          <a:xfrm>
            <a:off x="663175" y="369300"/>
            <a:ext cx="77319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Matches won or lost by runs, wickets, and ties</a:t>
            </a:r>
            <a:endParaRPr b="1" i="0" sz="2600" u="none" cap="none" strike="noStrike">
              <a:solidFill>
                <a:schemeClr val="dk1"/>
              </a:solidFill>
              <a:latin typeface="DM Sans"/>
              <a:ea typeface="DM Sans"/>
              <a:cs typeface="DM Sans"/>
              <a:sym typeface="DM Sans"/>
            </a:endParaRPr>
          </a:p>
        </p:txBody>
      </p:sp>
      <p:pic>
        <p:nvPicPr>
          <p:cNvPr id="546" name="Google Shape;546;p13" title="Chart"/>
          <p:cNvPicPr preferRelativeResize="0"/>
          <p:nvPr/>
        </p:nvPicPr>
        <p:blipFill rotWithShape="1">
          <a:blip r:embed="rId3">
            <a:alphaModFix/>
          </a:blip>
          <a:srcRect b="0" l="0" r="0" t="0"/>
          <a:stretch/>
        </p:blipFill>
        <p:spPr>
          <a:xfrm>
            <a:off x="4527675" y="1369375"/>
            <a:ext cx="4362450" cy="2695575"/>
          </a:xfrm>
          <a:prstGeom prst="rect">
            <a:avLst/>
          </a:prstGeom>
          <a:noFill/>
          <a:ln>
            <a:noFill/>
          </a:ln>
        </p:spPr>
      </p:pic>
      <p:sp>
        <p:nvSpPr>
          <p:cNvPr id="547" name="Google Shape;547;p13"/>
          <p:cNvSpPr txBox="1"/>
          <p:nvPr/>
        </p:nvSpPr>
        <p:spPr>
          <a:xfrm>
            <a:off x="361975" y="1369375"/>
            <a:ext cx="3776400" cy="30108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In the past 4 seasons, RCB has batted first in 25 matches, in which RCB won 14 matches and lost 11 matches.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RCB bowled first in 33 matches, in that it won only 16 matches and losing 17 matches.</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4"/>
          <p:cNvSpPr txBox="1"/>
          <p:nvPr/>
        </p:nvSpPr>
        <p:spPr>
          <a:xfrm>
            <a:off x="1429350" y="232050"/>
            <a:ext cx="6191400" cy="1045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Potential reasons for RCB</a:t>
            </a:r>
            <a:endParaRPr b="1" i="0" sz="2600" u="none" cap="none" strike="noStrike">
              <a:solidFill>
                <a:schemeClr val="dk1"/>
              </a:solidFill>
              <a:latin typeface="DM Sans"/>
              <a:ea typeface="DM Sans"/>
              <a:cs typeface="DM Sans"/>
              <a:sym typeface="DM Sans"/>
            </a:endParaRPr>
          </a:p>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not winning trophy</a:t>
            </a:r>
            <a:endParaRPr b="1" i="0" sz="2600" u="none" cap="none" strike="noStrike">
              <a:solidFill>
                <a:schemeClr val="dk1"/>
              </a:solidFill>
              <a:latin typeface="DM Sans"/>
              <a:ea typeface="DM Sans"/>
              <a:cs typeface="DM Sans"/>
              <a:sym typeface="DM Sans"/>
            </a:endParaRPr>
          </a:p>
        </p:txBody>
      </p:sp>
      <p:sp>
        <p:nvSpPr>
          <p:cNvPr id="553" name="Google Shape;553;p14"/>
          <p:cNvSpPr txBox="1"/>
          <p:nvPr/>
        </p:nvSpPr>
        <p:spPr>
          <a:xfrm>
            <a:off x="527275" y="1485150"/>
            <a:ext cx="3912300" cy="32415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From the past 4 seasons, there are only 3 batsmen who have an average runs scored per match greater than 30.</a:t>
            </a:r>
            <a:endParaRPr b="1" i="0" sz="1800" u="none" cap="none" strike="noStrike">
              <a:solidFill>
                <a:schemeClr val="dk1"/>
              </a:solidFill>
              <a:highlight>
                <a:schemeClr val="accent4"/>
              </a:highlight>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ts val="1800"/>
              <a:buFont typeface="Arial"/>
              <a:buNone/>
            </a:pPr>
            <a:r>
              <a:rPr b="1" i="0" lang="en" sz="1800" u="none" cap="none" strike="noStrike">
                <a:solidFill>
                  <a:schemeClr val="dk1"/>
                </a:solidFill>
                <a:highlight>
                  <a:schemeClr val="accent4"/>
                </a:highlight>
                <a:latin typeface="DM Sans"/>
                <a:ea typeface="DM Sans"/>
                <a:cs typeface="DM Sans"/>
                <a:sym typeface="DM Sans"/>
              </a:rPr>
              <a:t>INSIGHTS</a:t>
            </a:r>
            <a:endParaRPr b="1" i="0" sz="1800" u="none" cap="none" strike="noStrike">
              <a:solidFill>
                <a:schemeClr val="dk1"/>
              </a:solidFill>
              <a:highlight>
                <a:schemeClr val="accent4"/>
              </a:highlight>
              <a:latin typeface="DM Sans"/>
              <a:ea typeface="DM Sans"/>
              <a:cs typeface="DM Sans"/>
              <a:sym typeface="DM Sans"/>
            </a:endParaRPr>
          </a:p>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 team need two or three batsmen to score more runs while setting targets and chasing.</a:t>
            </a:r>
            <a:endParaRPr b="0" i="0" sz="1800" u="none" cap="none" strike="noStrike">
              <a:solidFill>
                <a:schemeClr val="accent6"/>
              </a:solidFill>
              <a:latin typeface="DM Sans"/>
              <a:ea typeface="DM Sans"/>
              <a:cs typeface="DM Sans"/>
              <a:sym typeface="DM Sans"/>
            </a:endParaRPr>
          </a:p>
        </p:txBody>
      </p:sp>
      <p:pic>
        <p:nvPicPr>
          <p:cNvPr id="554" name="Google Shape;554;p14" title="Chart"/>
          <p:cNvPicPr preferRelativeResize="0"/>
          <p:nvPr/>
        </p:nvPicPr>
        <p:blipFill rotWithShape="1">
          <a:blip r:embed="rId3">
            <a:alphaModFix/>
          </a:blip>
          <a:srcRect b="0" l="0" r="0" t="0"/>
          <a:stretch/>
        </p:blipFill>
        <p:spPr>
          <a:xfrm>
            <a:off x="4886775" y="1533988"/>
            <a:ext cx="4022500" cy="2905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5"/>
          <p:cNvSpPr txBox="1"/>
          <p:nvPr/>
        </p:nvSpPr>
        <p:spPr>
          <a:xfrm>
            <a:off x="342150" y="1066100"/>
            <a:ext cx="4163100" cy="36756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From the past 4 seasons, there are only 3 bowlers who have an average of wickets taken per match greater than 3.</a:t>
            </a:r>
            <a:endParaRPr b="0" i="0" sz="1800" u="none" cap="none" strike="noStrike">
              <a:solidFill>
                <a:schemeClr val="accent6"/>
              </a:solidFill>
              <a:latin typeface="DM Sans"/>
              <a:ea typeface="DM Sans"/>
              <a:cs typeface="DM Sans"/>
              <a:sym typeface="DM Sans"/>
            </a:endParaRPr>
          </a:p>
          <a:p>
            <a:pPr indent="0" lvl="0" marL="457200" marR="0" rtl="0" algn="l">
              <a:lnSpc>
                <a:spcPct val="115000"/>
              </a:lnSpc>
              <a:spcBef>
                <a:spcPts val="900"/>
              </a:spcBef>
              <a:spcAft>
                <a:spcPts val="0"/>
              </a:spcAft>
              <a:buClr>
                <a:srgbClr val="000000"/>
              </a:buClr>
              <a:buSzPts val="1800"/>
              <a:buFont typeface="Arial"/>
              <a:buNone/>
            </a:pPr>
            <a:r>
              <a:rPr b="1" i="0" lang="en" sz="1800" u="none" cap="none" strike="noStrike">
                <a:solidFill>
                  <a:schemeClr val="dk1"/>
                </a:solidFill>
                <a:highlight>
                  <a:schemeClr val="accent4"/>
                </a:highlight>
                <a:latin typeface="DM Sans"/>
                <a:ea typeface="DM Sans"/>
                <a:cs typeface="DM Sans"/>
                <a:sym typeface="DM Sans"/>
              </a:rPr>
              <a:t>INSIGHTS</a:t>
            </a:r>
            <a:endParaRPr b="1" i="0" sz="1800" u="none" cap="none" strike="noStrike">
              <a:solidFill>
                <a:schemeClr val="dk1"/>
              </a:solidFill>
              <a:highlight>
                <a:schemeClr val="accent4"/>
              </a:highlight>
              <a:latin typeface="DM Sans"/>
              <a:ea typeface="DM Sans"/>
              <a:cs typeface="DM Sans"/>
              <a:sym typeface="DM Sans"/>
            </a:endParaRPr>
          </a:p>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 team needs to get two or three bowlers to take more wickets or to prevent opponents from scoring.</a:t>
            </a:r>
            <a:endParaRPr b="0" i="0" sz="1800" u="none" cap="none" strike="noStrike">
              <a:solidFill>
                <a:schemeClr val="accent6"/>
              </a:solidFill>
              <a:latin typeface="DM Sans"/>
              <a:ea typeface="DM Sans"/>
              <a:cs typeface="DM Sans"/>
              <a:sym typeface="DM Sans"/>
            </a:endParaRPr>
          </a:p>
          <a:p>
            <a:pPr indent="0" lvl="0" marL="0" marR="0" rtl="0" algn="l">
              <a:lnSpc>
                <a:spcPct val="100000"/>
              </a:lnSpc>
              <a:spcBef>
                <a:spcPts val="900"/>
              </a:spcBef>
              <a:spcAft>
                <a:spcPts val="0"/>
              </a:spcAft>
              <a:buClr>
                <a:srgbClr val="000000"/>
              </a:buClr>
              <a:buSzPts val="1800"/>
              <a:buFont typeface="Arial"/>
              <a:buNone/>
            </a:pPr>
            <a:r>
              <a:t/>
            </a:r>
            <a:endParaRPr b="0" i="0" sz="1800" u="none" cap="none" strike="noStrike">
              <a:solidFill>
                <a:schemeClr val="accent6"/>
              </a:solidFill>
              <a:latin typeface="DM Sans"/>
              <a:ea typeface="DM Sans"/>
              <a:cs typeface="DM Sans"/>
              <a:sym typeface="DM Sans"/>
            </a:endParaRPr>
          </a:p>
        </p:txBody>
      </p:sp>
      <p:pic>
        <p:nvPicPr>
          <p:cNvPr id="560" name="Google Shape;560;p15" title="Chart"/>
          <p:cNvPicPr preferRelativeResize="0"/>
          <p:nvPr/>
        </p:nvPicPr>
        <p:blipFill rotWithShape="1">
          <a:blip r:embed="rId3">
            <a:alphaModFix/>
          </a:blip>
          <a:srcRect b="0" l="0" r="0" t="0"/>
          <a:stretch/>
        </p:blipFill>
        <p:spPr>
          <a:xfrm>
            <a:off x="4572000" y="1066100"/>
            <a:ext cx="4374525" cy="3249750"/>
          </a:xfrm>
          <a:prstGeom prst="rect">
            <a:avLst/>
          </a:prstGeom>
          <a:noFill/>
          <a:ln>
            <a:noFill/>
          </a:ln>
        </p:spPr>
      </p:pic>
      <p:sp>
        <p:nvSpPr>
          <p:cNvPr id="561" name="Google Shape;561;p15"/>
          <p:cNvSpPr txBox="1"/>
          <p:nvPr/>
        </p:nvSpPr>
        <p:spPr>
          <a:xfrm>
            <a:off x="1245875" y="418400"/>
            <a:ext cx="7239000" cy="5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DM Sans"/>
                <a:ea typeface="DM Sans"/>
                <a:cs typeface="DM Sans"/>
                <a:sym typeface="DM Sans"/>
              </a:rPr>
              <a:t>Top Bowlers In Past 4 Seasons..</a:t>
            </a:r>
            <a:endParaRPr b="1" sz="24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6"/>
          <p:cNvSpPr txBox="1"/>
          <p:nvPr/>
        </p:nvSpPr>
        <p:spPr>
          <a:xfrm>
            <a:off x="415200" y="225525"/>
            <a:ext cx="85992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15 players' performances both in scoring runs and wickets taken </a:t>
            </a:r>
            <a:endParaRPr b="1" i="0" sz="2600" u="none" cap="none" strike="noStrike">
              <a:solidFill>
                <a:schemeClr val="dk1"/>
              </a:solidFill>
              <a:latin typeface="DM Sans"/>
              <a:ea typeface="DM Sans"/>
              <a:cs typeface="DM Sans"/>
              <a:sym typeface="DM Sans"/>
            </a:endParaRPr>
          </a:p>
        </p:txBody>
      </p:sp>
      <p:pic>
        <p:nvPicPr>
          <p:cNvPr id="567" name="Google Shape;567;p16" title="Chart"/>
          <p:cNvPicPr preferRelativeResize="0"/>
          <p:nvPr/>
        </p:nvPicPr>
        <p:blipFill rotWithShape="1">
          <a:blip r:embed="rId3">
            <a:alphaModFix/>
          </a:blip>
          <a:srcRect b="0" l="0" r="0" t="0"/>
          <a:stretch/>
        </p:blipFill>
        <p:spPr>
          <a:xfrm>
            <a:off x="1186675" y="1350925"/>
            <a:ext cx="7082700" cy="3627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7"/>
          <p:cNvSpPr txBox="1"/>
          <p:nvPr/>
        </p:nvSpPr>
        <p:spPr>
          <a:xfrm>
            <a:off x="1323750" y="369300"/>
            <a:ext cx="64965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batsmen from the past 4 seasons..</a:t>
            </a:r>
            <a:endParaRPr b="1" i="0" sz="2600" u="none" cap="none" strike="noStrike">
              <a:solidFill>
                <a:schemeClr val="dk1"/>
              </a:solidFill>
              <a:latin typeface="DM Sans"/>
              <a:ea typeface="DM Sans"/>
              <a:cs typeface="DM Sans"/>
              <a:sym typeface="DM Sans"/>
            </a:endParaRPr>
          </a:p>
        </p:txBody>
      </p:sp>
      <p:pic>
        <p:nvPicPr>
          <p:cNvPr id="573" name="Google Shape;573;p17" title="Chart"/>
          <p:cNvPicPr preferRelativeResize="0"/>
          <p:nvPr/>
        </p:nvPicPr>
        <p:blipFill rotWithShape="1">
          <a:blip r:embed="rId3">
            <a:alphaModFix/>
          </a:blip>
          <a:srcRect b="0" l="0" r="0" t="0"/>
          <a:stretch/>
        </p:blipFill>
        <p:spPr>
          <a:xfrm>
            <a:off x="4019750" y="1379450"/>
            <a:ext cx="4964500" cy="3257550"/>
          </a:xfrm>
          <a:prstGeom prst="rect">
            <a:avLst/>
          </a:prstGeom>
          <a:noFill/>
          <a:ln>
            <a:noFill/>
          </a:ln>
        </p:spPr>
      </p:pic>
      <p:sp>
        <p:nvSpPr>
          <p:cNvPr id="574" name="Google Shape;574;p17"/>
          <p:cNvSpPr txBox="1"/>
          <p:nvPr/>
        </p:nvSpPr>
        <p:spPr>
          <a:xfrm>
            <a:off x="283050" y="1424375"/>
            <a:ext cx="3516900" cy="31677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900"/>
              </a:spcBef>
              <a:spcAft>
                <a:spcPts val="0"/>
              </a:spcAft>
              <a:buClr>
                <a:schemeClr val="accent6"/>
              </a:buClr>
              <a:buSzPts val="1900"/>
              <a:buFont typeface="DM Sans"/>
              <a:buChar char="●"/>
            </a:pPr>
            <a:r>
              <a:rPr b="0" i="0" lang="en" sz="1900" u="none" cap="none" strike="noStrike">
                <a:solidFill>
                  <a:schemeClr val="accent6"/>
                </a:solidFill>
                <a:latin typeface="DM Sans"/>
                <a:ea typeface="DM Sans"/>
                <a:cs typeface="DM Sans"/>
                <a:sym typeface="DM Sans"/>
              </a:rPr>
              <a:t>These are the top 10 batsmen who have a strike rate greater than 140.</a:t>
            </a:r>
            <a:endParaRPr b="0" i="0" sz="1900" u="none" cap="none" strike="noStrike">
              <a:solidFill>
                <a:schemeClr val="accent6"/>
              </a:solidFill>
              <a:latin typeface="DM Sans"/>
              <a:ea typeface="DM Sans"/>
              <a:cs typeface="DM Sans"/>
              <a:sym typeface="DM Sans"/>
            </a:endParaRPr>
          </a:p>
          <a:p>
            <a:pPr indent="-349250" lvl="0" marL="457200" marR="0" rtl="0" algn="l">
              <a:lnSpc>
                <a:spcPct val="115000"/>
              </a:lnSpc>
              <a:spcBef>
                <a:spcPts val="0"/>
              </a:spcBef>
              <a:spcAft>
                <a:spcPts val="0"/>
              </a:spcAft>
              <a:buClr>
                <a:schemeClr val="accent6"/>
              </a:buClr>
              <a:buSzPts val="1900"/>
              <a:buFont typeface="DM Sans"/>
              <a:buChar char="●"/>
            </a:pPr>
            <a:r>
              <a:rPr b="0" i="0" lang="en" sz="1900" u="none" cap="none" strike="noStrike">
                <a:solidFill>
                  <a:schemeClr val="accent6"/>
                </a:solidFill>
                <a:latin typeface="DM Sans"/>
                <a:ea typeface="DM Sans"/>
                <a:cs typeface="DM Sans"/>
                <a:sym typeface="DM Sans"/>
              </a:rPr>
              <a:t>KH Pandya stands at the top with a strike rate of 186.61, followed by SN Khan with a strike rate of 171.84</a:t>
            </a:r>
            <a:endParaRPr b="0" i="0" sz="1900" u="none" cap="none" strike="noStrike">
              <a:solidFill>
                <a:schemeClr val="accent6"/>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8"/>
          <p:cNvSpPr txBox="1"/>
          <p:nvPr/>
        </p:nvSpPr>
        <p:spPr>
          <a:xfrm>
            <a:off x="351750" y="134325"/>
            <a:ext cx="8440500" cy="1045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20 batsmen with </a:t>
            </a:r>
            <a:endParaRPr b="1" i="0" sz="2600" u="none" cap="none" strike="noStrike">
              <a:solidFill>
                <a:schemeClr val="dk1"/>
              </a:solidFill>
              <a:latin typeface="DM Sans"/>
              <a:ea typeface="DM Sans"/>
              <a:cs typeface="DM Sans"/>
              <a:sym typeface="DM Sans"/>
            </a:endParaRPr>
          </a:p>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batting average &gt; overall average..</a:t>
            </a:r>
            <a:endParaRPr b="1" i="0" sz="2600" u="none" cap="none" strike="noStrike">
              <a:solidFill>
                <a:schemeClr val="dk1"/>
              </a:solidFill>
              <a:latin typeface="DM Sans"/>
              <a:ea typeface="DM Sans"/>
              <a:cs typeface="DM Sans"/>
              <a:sym typeface="DM Sans"/>
            </a:endParaRPr>
          </a:p>
        </p:txBody>
      </p:sp>
      <p:sp>
        <p:nvSpPr>
          <p:cNvPr id="580" name="Google Shape;580;p18"/>
          <p:cNvSpPr txBox="1"/>
          <p:nvPr/>
        </p:nvSpPr>
        <p:spPr>
          <a:xfrm>
            <a:off x="357600" y="1701575"/>
            <a:ext cx="4132200" cy="2692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These players contributed more runs to their team in peak times and became a reason for their team's success.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Virat Kohli stands in the top position with a 49.44 batting average, followed by J Suchith with a batting average of 48.</a:t>
            </a:r>
            <a:endParaRPr b="0" i="0" sz="1800" u="none" cap="none" strike="noStrike">
              <a:solidFill>
                <a:schemeClr val="accent6"/>
              </a:solidFill>
              <a:latin typeface="DM Sans"/>
              <a:ea typeface="DM Sans"/>
              <a:cs typeface="DM Sans"/>
              <a:sym typeface="DM Sans"/>
            </a:endParaRPr>
          </a:p>
        </p:txBody>
      </p:sp>
      <p:pic>
        <p:nvPicPr>
          <p:cNvPr id="581" name="Google Shape;581;p18"/>
          <p:cNvPicPr preferRelativeResize="0"/>
          <p:nvPr/>
        </p:nvPicPr>
        <p:blipFill rotWithShape="1">
          <a:blip r:embed="rId3">
            <a:alphaModFix/>
          </a:blip>
          <a:srcRect b="0" l="0" r="0" t="0"/>
          <a:stretch/>
        </p:blipFill>
        <p:spPr>
          <a:xfrm>
            <a:off x="4642200" y="1331925"/>
            <a:ext cx="4349400" cy="361363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19" title="Chart"/>
          <p:cNvPicPr preferRelativeResize="0"/>
          <p:nvPr/>
        </p:nvPicPr>
        <p:blipFill rotWithShape="1">
          <a:blip r:embed="rId3">
            <a:alphaModFix/>
          </a:blip>
          <a:srcRect b="0" l="0" r="0" t="0"/>
          <a:stretch/>
        </p:blipFill>
        <p:spPr>
          <a:xfrm>
            <a:off x="3861025" y="1361875"/>
            <a:ext cx="5082251" cy="3418075"/>
          </a:xfrm>
          <a:prstGeom prst="rect">
            <a:avLst/>
          </a:prstGeom>
          <a:noFill/>
          <a:ln>
            <a:noFill/>
          </a:ln>
        </p:spPr>
      </p:pic>
      <p:sp>
        <p:nvSpPr>
          <p:cNvPr id="587" name="Google Shape;587;p19"/>
          <p:cNvSpPr txBox="1"/>
          <p:nvPr/>
        </p:nvSpPr>
        <p:spPr>
          <a:xfrm>
            <a:off x="1934250" y="369300"/>
            <a:ext cx="5275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Batsmens Based on Overs..</a:t>
            </a:r>
            <a:endParaRPr b="1" i="0" sz="2600" u="none" cap="none" strike="noStrike">
              <a:solidFill>
                <a:schemeClr val="dk1"/>
              </a:solidFill>
              <a:latin typeface="DM Sans"/>
              <a:ea typeface="DM Sans"/>
              <a:cs typeface="DM Sans"/>
              <a:sym typeface="DM Sans"/>
            </a:endParaRPr>
          </a:p>
        </p:txBody>
      </p:sp>
      <p:sp>
        <p:nvSpPr>
          <p:cNvPr id="588" name="Google Shape;588;p19"/>
          <p:cNvSpPr txBox="1"/>
          <p:nvPr/>
        </p:nvSpPr>
        <p:spPr>
          <a:xfrm>
            <a:off x="454025" y="1565513"/>
            <a:ext cx="2894100" cy="30108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 chart displays the top 20 batsmen's situational performances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Situational performances are more useful in improving teams' strategies.</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p20"/>
          <p:cNvPicPr preferRelativeResize="0"/>
          <p:nvPr/>
        </p:nvPicPr>
        <p:blipFill rotWithShape="1">
          <a:blip r:embed="rId3">
            <a:alphaModFix/>
          </a:blip>
          <a:srcRect b="0" l="0" r="0" t="0"/>
          <a:stretch/>
        </p:blipFill>
        <p:spPr>
          <a:xfrm>
            <a:off x="4740225" y="1420725"/>
            <a:ext cx="4228774" cy="3521550"/>
          </a:xfrm>
          <a:prstGeom prst="rect">
            <a:avLst/>
          </a:prstGeom>
          <a:noFill/>
          <a:ln>
            <a:noFill/>
          </a:ln>
        </p:spPr>
      </p:pic>
      <p:sp>
        <p:nvSpPr>
          <p:cNvPr id="594" name="Google Shape;594;p20"/>
          <p:cNvSpPr txBox="1"/>
          <p:nvPr/>
        </p:nvSpPr>
        <p:spPr>
          <a:xfrm>
            <a:off x="608250" y="146525"/>
            <a:ext cx="7927500" cy="1045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20 bowlers with</a:t>
            </a:r>
            <a:endParaRPr b="1" i="0" sz="2600" u="none" cap="none" strike="noStrike">
              <a:solidFill>
                <a:schemeClr val="dk1"/>
              </a:solidFill>
              <a:latin typeface="DM Sans"/>
              <a:ea typeface="DM Sans"/>
              <a:cs typeface="DM Sans"/>
              <a:sym typeface="DM Sans"/>
            </a:endParaRPr>
          </a:p>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 bowling average &gt; overall average..</a:t>
            </a:r>
            <a:endParaRPr b="1" i="0" sz="2600" u="none" cap="none" strike="noStrike">
              <a:solidFill>
                <a:schemeClr val="dk1"/>
              </a:solidFill>
              <a:latin typeface="DM Sans"/>
              <a:ea typeface="DM Sans"/>
              <a:cs typeface="DM Sans"/>
              <a:sym typeface="DM Sans"/>
            </a:endParaRPr>
          </a:p>
        </p:txBody>
      </p:sp>
      <p:sp>
        <p:nvSpPr>
          <p:cNvPr id="595" name="Google Shape;595;p20"/>
          <p:cNvSpPr txBox="1"/>
          <p:nvPr/>
        </p:nvSpPr>
        <p:spPr>
          <a:xfrm>
            <a:off x="589650" y="1516800"/>
            <a:ext cx="3480300" cy="33294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These players contributed more wickets to their team in peak times and became a reason for their team's success.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R Bhatia stands in the top position with a 29.73 bowling average, followed by DP Nannes with a bowling average of 29.2</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p21" title="Chart"/>
          <p:cNvPicPr preferRelativeResize="0"/>
          <p:nvPr/>
        </p:nvPicPr>
        <p:blipFill rotWithShape="1">
          <a:blip r:embed="rId3">
            <a:alphaModFix/>
          </a:blip>
          <a:srcRect b="0" l="0" r="0" t="0"/>
          <a:stretch/>
        </p:blipFill>
        <p:spPr>
          <a:xfrm>
            <a:off x="3790285" y="1340625"/>
            <a:ext cx="5206190" cy="3210725"/>
          </a:xfrm>
          <a:prstGeom prst="rect">
            <a:avLst/>
          </a:prstGeom>
          <a:noFill/>
          <a:ln>
            <a:noFill/>
          </a:ln>
        </p:spPr>
      </p:pic>
      <p:sp>
        <p:nvSpPr>
          <p:cNvPr id="601" name="Google Shape;601;p21"/>
          <p:cNvSpPr txBox="1"/>
          <p:nvPr/>
        </p:nvSpPr>
        <p:spPr>
          <a:xfrm>
            <a:off x="951300" y="369300"/>
            <a:ext cx="7241400" cy="67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Top Batsmens Based on Overs..</a:t>
            </a:r>
            <a:endParaRPr b="1" i="0" sz="2600" u="none" cap="none" strike="noStrike">
              <a:solidFill>
                <a:schemeClr val="dk1"/>
              </a:solidFill>
              <a:latin typeface="DM Sans"/>
              <a:ea typeface="DM Sans"/>
              <a:cs typeface="DM Sans"/>
              <a:sym typeface="DM Sans"/>
            </a:endParaRPr>
          </a:p>
        </p:txBody>
      </p:sp>
      <p:sp>
        <p:nvSpPr>
          <p:cNvPr id="602" name="Google Shape;602;p21"/>
          <p:cNvSpPr txBox="1"/>
          <p:nvPr/>
        </p:nvSpPr>
        <p:spPr>
          <a:xfrm>
            <a:off x="361975" y="1281288"/>
            <a:ext cx="3242700" cy="33294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Top 20 bowlers' situational performances according to the total wickets taken by them in the past 4 seasons</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Situational performances are more useful in improving team strategies.</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22" title="Chart"/>
          <p:cNvPicPr preferRelativeResize="0"/>
          <p:nvPr/>
        </p:nvPicPr>
        <p:blipFill rotWithShape="1">
          <a:blip r:embed="rId3">
            <a:alphaModFix/>
          </a:blip>
          <a:srcRect b="0" l="0" r="0" t="0"/>
          <a:stretch/>
        </p:blipFill>
        <p:spPr>
          <a:xfrm>
            <a:off x="3999300" y="1237550"/>
            <a:ext cx="4944274" cy="3370375"/>
          </a:xfrm>
          <a:prstGeom prst="rect">
            <a:avLst/>
          </a:prstGeom>
          <a:noFill/>
          <a:ln>
            <a:noFill/>
          </a:ln>
        </p:spPr>
      </p:pic>
      <p:sp>
        <p:nvSpPr>
          <p:cNvPr id="608" name="Google Shape;608;p22"/>
          <p:cNvSpPr txBox="1"/>
          <p:nvPr/>
        </p:nvSpPr>
        <p:spPr>
          <a:xfrm>
            <a:off x="1042800" y="285075"/>
            <a:ext cx="7058400" cy="683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Impact of bowling on taking wickets..</a:t>
            </a:r>
            <a:endParaRPr b="1" i="0" sz="2600" u="none" cap="none" strike="noStrike">
              <a:solidFill>
                <a:schemeClr val="dk1"/>
              </a:solidFill>
              <a:latin typeface="DM Sans"/>
              <a:ea typeface="DM Sans"/>
              <a:cs typeface="DM Sans"/>
              <a:sym typeface="DM Sans"/>
            </a:endParaRPr>
          </a:p>
        </p:txBody>
      </p:sp>
      <p:sp>
        <p:nvSpPr>
          <p:cNvPr id="609" name="Google Shape;609;p22"/>
          <p:cNvSpPr txBox="1"/>
          <p:nvPr/>
        </p:nvSpPr>
        <p:spPr>
          <a:xfrm>
            <a:off x="417350" y="1152075"/>
            <a:ext cx="3224100" cy="36480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Arial"/>
              <a:buChar char="●"/>
            </a:pPr>
            <a:r>
              <a:rPr b="0" i="0" lang="en" sz="1800" u="none" cap="none" strike="noStrike">
                <a:solidFill>
                  <a:schemeClr val="accent6"/>
                </a:solidFill>
                <a:latin typeface="Arial"/>
                <a:ea typeface="Arial"/>
                <a:cs typeface="Arial"/>
                <a:sym typeface="Arial"/>
              </a:rPr>
              <a:t>The highest number of wickets is taken by the bowlers who have right-arm medium style, with a total wickets taken count as 617.</a:t>
            </a:r>
            <a:endParaRPr b="0" i="0" sz="1800" u="none" cap="none" strike="noStrike">
              <a:solidFill>
                <a:schemeClr val="accent6"/>
              </a:solidFill>
              <a:latin typeface="Arial"/>
              <a:ea typeface="Arial"/>
              <a:cs typeface="Arial"/>
              <a:sym typeface="Arial"/>
            </a:endParaRPr>
          </a:p>
          <a:p>
            <a:pPr indent="-342900" lvl="0" marL="457200" marR="0" rtl="0" algn="l">
              <a:lnSpc>
                <a:spcPct val="115000"/>
              </a:lnSpc>
              <a:spcBef>
                <a:spcPts val="0"/>
              </a:spcBef>
              <a:spcAft>
                <a:spcPts val="0"/>
              </a:spcAft>
              <a:buClr>
                <a:schemeClr val="accent6"/>
              </a:buClr>
              <a:buSzPts val="1800"/>
              <a:buFont typeface="Arial"/>
              <a:buChar char="●"/>
            </a:pPr>
            <a:r>
              <a:rPr b="0" i="0" lang="en" sz="1800" u="none" cap="none" strike="noStrike">
                <a:solidFill>
                  <a:schemeClr val="accent6"/>
                </a:solidFill>
                <a:latin typeface="Arial"/>
                <a:ea typeface="Arial"/>
                <a:cs typeface="Arial"/>
                <a:sym typeface="Arial"/>
              </a:rPr>
              <a:t>And the second highest, 382 wickets, are taken by bowlers who have right-arm fast-medium style.</a:t>
            </a:r>
            <a:endParaRPr b="0" i="0" sz="1800" u="none" cap="none" strike="noStrike">
              <a:solidFill>
                <a:schemeClr val="accent6"/>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3"/>
          <p:cNvSpPr txBox="1"/>
          <p:nvPr/>
        </p:nvSpPr>
        <p:spPr>
          <a:xfrm>
            <a:off x="1189350" y="236225"/>
            <a:ext cx="6765300" cy="696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900"/>
              </a:spcBef>
              <a:spcAft>
                <a:spcPts val="90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Batsmen suggested to the team..</a:t>
            </a:r>
            <a:endParaRPr b="1" i="0" sz="2600" u="none" cap="none" strike="noStrike">
              <a:solidFill>
                <a:schemeClr val="dk1"/>
              </a:solidFill>
              <a:latin typeface="DM Sans"/>
              <a:ea typeface="DM Sans"/>
              <a:cs typeface="DM Sans"/>
              <a:sym typeface="DM Sans"/>
            </a:endParaRPr>
          </a:p>
        </p:txBody>
      </p:sp>
      <p:pic>
        <p:nvPicPr>
          <p:cNvPr id="615" name="Google Shape;615;p23" title="Chart"/>
          <p:cNvPicPr preferRelativeResize="0"/>
          <p:nvPr/>
        </p:nvPicPr>
        <p:blipFill rotWithShape="1">
          <a:blip r:embed="rId3">
            <a:alphaModFix/>
          </a:blip>
          <a:srcRect b="0" l="0" r="0" t="0"/>
          <a:stretch/>
        </p:blipFill>
        <p:spPr>
          <a:xfrm>
            <a:off x="3957275" y="1237550"/>
            <a:ext cx="4978125" cy="3479700"/>
          </a:xfrm>
          <a:prstGeom prst="rect">
            <a:avLst/>
          </a:prstGeom>
          <a:noFill/>
          <a:ln>
            <a:noFill/>
          </a:ln>
        </p:spPr>
      </p:pic>
      <p:sp>
        <p:nvSpPr>
          <p:cNvPr id="616" name="Google Shape;616;p23"/>
          <p:cNvSpPr txBox="1"/>
          <p:nvPr/>
        </p:nvSpPr>
        <p:spPr>
          <a:xfrm>
            <a:off x="283025" y="1115450"/>
            <a:ext cx="3419400" cy="36018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15000"/>
              </a:lnSpc>
              <a:spcBef>
                <a:spcPts val="900"/>
              </a:spcBef>
              <a:spcAft>
                <a:spcPts val="0"/>
              </a:spcAft>
              <a:buClr>
                <a:schemeClr val="accent6"/>
              </a:buClr>
              <a:buSzPts val="1500"/>
              <a:buFont typeface="DM Sans"/>
              <a:buChar char="●"/>
            </a:pPr>
            <a:r>
              <a:rPr b="0" i="0" lang="en" sz="1500" u="none" cap="none" strike="noStrike">
                <a:solidFill>
                  <a:schemeClr val="accent6"/>
                </a:solidFill>
                <a:latin typeface="DM Sans"/>
                <a:ea typeface="DM Sans"/>
                <a:cs typeface="DM Sans"/>
                <a:sym typeface="DM Sans"/>
              </a:rPr>
              <a:t>These are the best 20 batsmen I would suggest to the team.</a:t>
            </a:r>
            <a:endParaRPr b="0" i="0" sz="1500" u="none" cap="none" strike="noStrike">
              <a:solidFill>
                <a:schemeClr val="accent6"/>
              </a:solidFill>
              <a:latin typeface="DM Sans"/>
              <a:ea typeface="DM Sans"/>
              <a:cs typeface="DM Sans"/>
              <a:sym typeface="DM Sans"/>
            </a:endParaRPr>
          </a:p>
          <a:p>
            <a:pPr indent="-323850" lvl="0" marL="457200" marR="0" rtl="0" algn="l">
              <a:lnSpc>
                <a:spcPct val="115000"/>
              </a:lnSpc>
              <a:spcBef>
                <a:spcPts val="0"/>
              </a:spcBef>
              <a:spcAft>
                <a:spcPts val="0"/>
              </a:spcAft>
              <a:buClr>
                <a:schemeClr val="accent6"/>
              </a:buClr>
              <a:buSzPts val="1500"/>
              <a:buFont typeface="DM Sans"/>
              <a:buChar char="●"/>
            </a:pPr>
            <a:r>
              <a:rPr b="0" i="0" lang="en" sz="1500" u="none" cap="none" strike="noStrike">
                <a:solidFill>
                  <a:schemeClr val="accent6"/>
                </a:solidFill>
                <a:latin typeface="DM Sans"/>
                <a:ea typeface="DM Sans"/>
                <a:cs typeface="DM Sans"/>
                <a:sym typeface="DM Sans"/>
              </a:rPr>
              <a:t>Virat Kohli, AB de Villiers, and CH Gayle are the top performers of RCB in past seasons, so they should continue with them in this season also.</a:t>
            </a:r>
            <a:endParaRPr b="0" i="0" sz="1500" u="none" cap="none" strike="noStrike">
              <a:solidFill>
                <a:schemeClr val="accent6"/>
              </a:solidFill>
              <a:latin typeface="DM Sans"/>
              <a:ea typeface="DM Sans"/>
              <a:cs typeface="DM Sans"/>
              <a:sym typeface="DM Sans"/>
            </a:endParaRPr>
          </a:p>
          <a:p>
            <a:pPr indent="-323850" lvl="0" marL="457200" marR="0" rtl="0" algn="l">
              <a:lnSpc>
                <a:spcPct val="115000"/>
              </a:lnSpc>
              <a:spcBef>
                <a:spcPts val="0"/>
              </a:spcBef>
              <a:spcAft>
                <a:spcPts val="0"/>
              </a:spcAft>
              <a:buClr>
                <a:schemeClr val="accent6"/>
              </a:buClr>
              <a:buSzPts val="1500"/>
              <a:buFont typeface="DM Sans"/>
              <a:buChar char="●"/>
            </a:pPr>
            <a:r>
              <a:rPr b="0" i="0" lang="en" sz="1500" u="none" cap="none" strike="noStrike">
                <a:solidFill>
                  <a:schemeClr val="accent6"/>
                </a:solidFill>
                <a:latin typeface="DM Sans"/>
                <a:ea typeface="DM Sans"/>
                <a:cs typeface="DM Sans"/>
                <a:sym typeface="DM Sans"/>
              </a:rPr>
              <a:t>Apart from them, it's best to bag at least two other players, which makes the team more strong and helps in winning the trophy.</a:t>
            </a:r>
            <a:endParaRPr b="0" i="0" sz="1500" u="none" cap="none" strike="noStrike">
              <a:solidFill>
                <a:schemeClr val="accent6"/>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24"/>
          <p:cNvSpPr txBox="1"/>
          <p:nvPr/>
        </p:nvSpPr>
        <p:spPr>
          <a:xfrm>
            <a:off x="1525200" y="183175"/>
            <a:ext cx="60936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Bowlers suggested to the team..</a:t>
            </a:r>
            <a:endParaRPr b="1" i="0" sz="2600" u="none" cap="none" strike="noStrike">
              <a:solidFill>
                <a:schemeClr val="dk1"/>
              </a:solidFill>
              <a:latin typeface="DM Sans"/>
              <a:ea typeface="DM Sans"/>
              <a:cs typeface="DM Sans"/>
              <a:sym typeface="DM Sans"/>
            </a:endParaRPr>
          </a:p>
        </p:txBody>
      </p:sp>
      <p:pic>
        <p:nvPicPr>
          <p:cNvPr id="622" name="Google Shape;622;p24" title="Chart"/>
          <p:cNvPicPr preferRelativeResize="0"/>
          <p:nvPr/>
        </p:nvPicPr>
        <p:blipFill rotWithShape="1">
          <a:blip r:embed="rId3">
            <a:alphaModFix/>
          </a:blip>
          <a:srcRect b="0" l="0" r="0" t="0"/>
          <a:stretch/>
        </p:blipFill>
        <p:spPr>
          <a:xfrm>
            <a:off x="4190725" y="1153175"/>
            <a:ext cx="4647000" cy="3398175"/>
          </a:xfrm>
          <a:prstGeom prst="rect">
            <a:avLst/>
          </a:prstGeom>
          <a:noFill/>
          <a:ln>
            <a:noFill/>
          </a:ln>
        </p:spPr>
      </p:pic>
      <p:sp>
        <p:nvSpPr>
          <p:cNvPr id="623" name="Google Shape;623;p24"/>
          <p:cNvSpPr txBox="1"/>
          <p:nvPr/>
        </p:nvSpPr>
        <p:spPr>
          <a:xfrm>
            <a:off x="454000" y="1153175"/>
            <a:ext cx="3431400" cy="3626700"/>
          </a:xfrm>
          <a:prstGeom prst="rect">
            <a:avLst/>
          </a:prstGeom>
          <a:noFill/>
          <a:ln>
            <a:noFill/>
          </a:ln>
        </p:spPr>
        <p:txBody>
          <a:bodyPr anchorCtr="0" anchor="t" bIns="91425" lIns="91425" spcFirstLastPara="1" rIns="91425" wrap="square" tIns="91425">
            <a:normAutofit lnSpcReduction="20000"/>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These are the best 20 bowlers I would suggest to the team.</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DJ Bravo stands in the top position by taking 81 wickets in the past 4 seasons and having a bowling average of 17.</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All the other players should also be considered because all of them have a bowling average of less than 25.</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5"/>
          <p:cNvSpPr txBox="1"/>
          <p:nvPr/>
        </p:nvSpPr>
        <p:spPr>
          <a:xfrm>
            <a:off x="1048950" y="134325"/>
            <a:ext cx="70461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900"/>
              </a:spcBef>
              <a:spcAft>
                <a:spcPts val="90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All-rounders suggested to the team..</a:t>
            </a:r>
            <a:endParaRPr b="1" i="0" sz="2600" u="none" cap="none" strike="noStrike">
              <a:solidFill>
                <a:schemeClr val="dk1"/>
              </a:solidFill>
              <a:latin typeface="DM Sans"/>
              <a:ea typeface="DM Sans"/>
              <a:cs typeface="DM Sans"/>
              <a:sym typeface="DM Sans"/>
            </a:endParaRPr>
          </a:p>
        </p:txBody>
      </p:sp>
      <p:pic>
        <p:nvPicPr>
          <p:cNvPr id="629" name="Google Shape;629;p25" title="Chart"/>
          <p:cNvPicPr preferRelativeResize="0"/>
          <p:nvPr/>
        </p:nvPicPr>
        <p:blipFill rotWithShape="1">
          <a:blip r:embed="rId3">
            <a:alphaModFix/>
          </a:blip>
          <a:srcRect b="0" l="0" r="0" t="0"/>
          <a:stretch/>
        </p:blipFill>
        <p:spPr>
          <a:xfrm>
            <a:off x="4129675" y="1054275"/>
            <a:ext cx="4740050" cy="3497075"/>
          </a:xfrm>
          <a:prstGeom prst="rect">
            <a:avLst/>
          </a:prstGeom>
          <a:noFill/>
          <a:ln>
            <a:noFill/>
          </a:ln>
        </p:spPr>
      </p:pic>
      <p:sp>
        <p:nvSpPr>
          <p:cNvPr id="630" name="Google Shape;630;p25"/>
          <p:cNvSpPr txBox="1"/>
          <p:nvPr/>
        </p:nvSpPr>
        <p:spPr>
          <a:xfrm>
            <a:off x="361975" y="1456713"/>
            <a:ext cx="3456000" cy="2692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90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All-rounders are the players who can pull the team in both batting and bowling or fielding.</a:t>
            </a:r>
            <a:endParaRPr b="0" i="0" sz="1800" u="none" cap="none" strike="noStrike">
              <a:solidFill>
                <a:schemeClr val="accent6"/>
              </a:solidFill>
              <a:latin typeface="DM Sans"/>
              <a:ea typeface="DM Sans"/>
              <a:cs typeface="DM Sans"/>
              <a:sym typeface="DM Sans"/>
            </a:endParaRPr>
          </a:p>
          <a:p>
            <a:pPr indent="-342900" lvl="0" marL="457200" marR="0" rtl="0" algn="l">
              <a:lnSpc>
                <a:spcPct val="115000"/>
              </a:lnSpc>
              <a:spcBef>
                <a:spcPts val="0"/>
              </a:spcBef>
              <a:spcAft>
                <a:spcPts val="0"/>
              </a:spcAft>
              <a:buClr>
                <a:schemeClr val="accent6"/>
              </a:buClr>
              <a:buSzPts val="1800"/>
              <a:buFont typeface="DM Sans"/>
              <a:buChar char="●"/>
            </a:pPr>
            <a:r>
              <a:rPr b="0" i="0" lang="en" sz="1800" u="none" cap="none" strike="noStrike">
                <a:solidFill>
                  <a:schemeClr val="accent6"/>
                </a:solidFill>
                <a:latin typeface="DM Sans"/>
                <a:ea typeface="DM Sans"/>
                <a:cs typeface="DM Sans"/>
                <a:sym typeface="DM Sans"/>
              </a:rPr>
              <a:t>The chart displays the top 20 all-rounders based on their bowling and batting strike rates.</a:t>
            </a:r>
            <a:endParaRPr b="0" i="0" sz="1800" u="none" cap="none" strike="noStrike">
              <a:solidFill>
                <a:schemeClr val="accent6"/>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26"/>
          <p:cNvSpPr txBox="1"/>
          <p:nvPr/>
        </p:nvSpPr>
        <p:spPr>
          <a:xfrm>
            <a:off x="2172450" y="296050"/>
            <a:ext cx="4799100" cy="696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DM Sans"/>
                <a:ea typeface="DM Sans"/>
                <a:cs typeface="DM Sans"/>
                <a:sym typeface="DM Sans"/>
              </a:rPr>
              <a:t>Conclusion..</a:t>
            </a:r>
            <a:endParaRPr b="1" i="0" sz="2600" u="none" cap="none" strike="noStrike">
              <a:solidFill>
                <a:schemeClr val="dk1"/>
              </a:solidFill>
              <a:latin typeface="DM Sans"/>
              <a:ea typeface="DM Sans"/>
              <a:cs typeface="DM Sans"/>
              <a:sym typeface="DM Sans"/>
            </a:endParaRPr>
          </a:p>
        </p:txBody>
      </p:sp>
      <p:sp>
        <p:nvSpPr>
          <p:cNvPr id="636" name="Google Shape;636;p26"/>
          <p:cNvSpPr txBox="1"/>
          <p:nvPr/>
        </p:nvSpPr>
        <p:spPr>
          <a:xfrm>
            <a:off x="481200" y="907475"/>
            <a:ext cx="8181600" cy="3993600"/>
          </a:xfrm>
          <a:prstGeom prst="rect">
            <a:avLst/>
          </a:prstGeom>
          <a:noFill/>
          <a:ln>
            <a:noFill/>
          </a:ln>
        </p:spPr>
        <p:txBody>
          <a:bodyPr anchorCtr="0" anchor="t" bIns="91425" lIns="91425" spcFirstLastPara="1" rIns="91425" wrap="square" tIns="91425">
            <a:noAutofit/>
          </a:bodyPr>
          <a:lstStyle/>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In conclusion, RCB needs to improve its win percentage to be a strong team in the IPL.</a:t>
            </a:r>
            <a:endParaRPr b="0" i="0" sz="1220" u="none" cap="none" strike="noStrike">
              <a:solidFill>
                <a:schemeClr val="accent6"/>
              </a:solidFill>
              <a:latin typeface="DM Sans"/>
              <a:ea typeface="DM Sans"/>
              <a:cs typeface="DM Sans"/>
              <a:sym typeface="DM Sans"/>
            </a:endParaRPr>
          </a:p>
          <a:p>
            <a:pPr indent="0" lvl="0" marL="457200" marR="0" rtl="0" algn="l">
              <a:lnSpc>
                <a:spcPct val="95000"/>
              </a:lnSpc>
              <a:spcBef>
                <a:spcPts val="900"/>
              </a:spcBef>
              <a:spcAft>
                <a:spcPts val="0"/>
              </a:spcAft>
              <a:buClr>
                <a:srgbClr val="000000"/>
              </a:buClr>
              <a:buSzPts val="770"/>
              <a:buFont typeface="Arial"/>
              <a:buNone/>
            </a:pPr>
            <a:r>
              <a:t/>
            </a:r>
            <a:endParaRPr b="0" i="0" sz="1220" u="none" cap="none" strike="noStrike">
              <a:solidFill>
                <a:schemeClr val="accent6"/>
              </a:solidFill>
              <a:latin typeface="DM Sans"/>
              <a:ea typeface="DM Sans"/>
              <a:cs typeface="DM Sans"/>
              <a:sym typeface="DM Sans"/>
            </a:endParaRPr>
          </a:p>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Having an explosive batsman who can give a flying start in the powerplay phase can help boost the team's total and ease pressure on other batsmen.</a:t>
            </a:r>
            <a:endParaRPr b="0" i="0" sz="1220" u="none" cap="none" strike="noStrike">
              <a:solidFill>
                <a:schemeClr val="accent6"/>
              </a:solidFill>
              <a:latin typeface="DM Sans"/>
              <a:ea typeface="DM Sans"/>
              <a:cs typeface="DM Sans"/>
              <a:sym typeface="DM Sans"/>
            </a:endParaRPr>
          </a:p>
          <a:p>
            <a:pPr indent="0" lvl="0" marL="457200" marR="0" rtl="0" algn="l">
              <a:lnSpc>
                <a:spcPct val="95000"/>
              </a:lnSpc>
              <a:spcBef>
                <a:spcPts val="900"/>
              </a:spcBef>
              <a:spcAft>
                <a:spcPts val="0"/>
              </a:spcAft>
              <a:buClr>
                <a:srgbClr val="000000"/>
              </a:buClr>
              <a:buSzPts val="770"/>
              <a:buFont typeface="Arial"/>
              <a:buNone/>
            </a:pPr>
            <a:r>
              <a:t/>
            </a:r>
            <a:endParaRPr b="0" i="0" sz="1220" u="none" cap="none" strike="noStrike">
              <a:solidFill>
                <a:schemeClr val="accent6"/>
              </a:solidFill>
              <a:latin typeface="DM Sans"/>
              <a:ea typeface="DM Sans"/>
              <a:cs typeface="DM Sans"/>
              <a:sym typeface="DM Sans"/>
            </a:endParaRPr>
          </a:p>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Good economic bowlers can help in defending low totals and also restrict opposition batsmen from putting a high total.</a:t>
            </a:r>
            <a:endParaRPr b="0" i="0" sz="1220" u="none" cap="none" strike="noStrike">
              <a:solidFill>
                <a:schemeClr val="accent6"/>
              </a:solidFill>
              <a:latin typeface="DM Sans"/>
              <a:ea typeface="DM Sans"/>
              <a:cs typeface="DM Sans"/>
              <a:sym typeface="DM Sans"/>
            </a:endParaRPr>
          </a:p>
          <a:p>
            <a:pPr indent="0" lvl="0" marL="457200" marR="0" rtl="0" algn="l">
              <a:lnSpc>
                <a:spcPct val="95000"/>
              </a:lnSpc>
              <a:spcBef>
                <a:spcPts val="900"/>
              </a:spcBef>
              <a:spcAft>
                <a:spcPts val="0"/>
              </a:spcAft>
              <a:buClr>
                <a:srgbClr val="000000"/>
              </a:buClr>
              <a:buSzPts val="770"/>
              <a:buFont typeface="Arial"/>
              <a:buNone/>
            </a:pPr>
            <a:r>
              <a:t/>
            </a:r>
            <a:endParaRPr b="0" i="0" sz="1220" u="none" cap="none" strike="noStrike">
              <a:solidFill>
                <a:schemeClr val="accent6"/>
              </a:solidFill>
              <a:latin typeface="DM Sans"/>
              <a:ea typeface="DM Sans"/>
              <a:cs typeface="DM Sans"/>
              <a:sym typeface="DM Sans"/>
            </a:endParaRPr>
          </a:p>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Also, RCB needs to capitalize on home-ground advantage more than they do currently.</a:t>
            </a:r>
            <a:endParaRPr b="0" i="0" sz="1220" u="none" cap="none" strike="noStrike">
              <a:solidFill>
                <a:schemeClr val="accent6"/>
              </a:solidFill>
              <a:latin typeface="DM Sans"/>
              <a:ea typeface="DM Sans"/>
              <a:cs typeface="DM Sans"/>
              <a:sym typeface="DM Sans"/>
            </a:endParaRPr>
          </a:p>
          <a:p>
            <a:pPr indent="0" lvl="0" marL="457200" marR="0" rtl="0" algn="l">
              <a:lnSpc>
                <a:spcPct val="95000"/>
              </a:lnSpc>
              <a:spcBef>
                <a:spcPts val="900"/>
              </a:spcBef>
              <a:spcAft>
                <a:spcPts val="0"/>
              </a:spcAft>
              <a:buClr>
                <a:srgbClr val="000000"/>
              </a:buClr>
              <a:buSzPts val="770"/>
              <a:buFont typeface="Arial"/>
              <a:buNone/>
            </a:pPr>
            <a:r>
              <a:t/>
            </a:r>
            <a:endParaRPr b="0" i="0" sz="1220" u="none" cap="none" strike="noStrike">
              <a:solidFill>
                <a:schemeClr val="accent6"/>
              </a:solidFill>
              <a:latin typeface="DM Sans"/>
              <a:ea typeface="DM Sans"/>
              <a:cs typeface="DM Sans"/>
              <a:sym typeface="DM Sans"/>
            </a:endParaRPr>
          </a:p>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They should focus on getting bowlers who could take advantage of conditions at home more often.</a:t>
            </a:r>
            <a:endParaRPr b="0" i="0" sz="1220" u="none" cap="none" strike="noStrike">
              <a:solidFill>
                <a:schemeClr val="accent6"/>
              </a:solidFill>
              <a:latin typeface="DM Sans"/>
              <a:ea typeface="DM Sans"/>
              <a:cs typeface="DM Sans"/>
              <a:sym typeface="DM Sans"/>
            </a:endParaRPr>
          </a:p>
          <a:p>
            <a:pPr indent="0" lvl="0" marL="457200" marR="0" rtl="0" algn="l">
              <a:lnSpc>
                <a:spcPct val="95000"/>
              </a:lnSpc>
              <a:spcBef>
                <a:spcPts val="900"/>
              </a:spcBef>
              <a:spcAft>
                <a:spcPts val="0"/>
              </a:spcAft>
              <a:buClr>
                <a:srgbClr val="000000"/>
              </a:buClr>
              <a:buSzPts val="770"/>
              <a:buFont typeface="Arial"/>
              <a:buNone/>
            </a:pPr>
            <a:r>
              <a:t/>
            </a:r>
            <a:endParaRPr b="0" i="0" sz="1220" u="none" cap="none" strike="noStrike">
              <a:solidFill>
                <a:schemeClr val="accent6"/>
              </a:solidFill>
              <a:latin typeface="DM Sans"/>
              <a:ea typeface="DM Sans"/>
              <a:cs typeface="DM Sans"/>
              <a:sym typeface="DM Sans"/>
            </a:endParaRPr>
          </a:p>
          <a:p>
            <a:pPr indent="-306070" lvl="0" marL="457200" marR="0" rtl="0" algn="l">
              <a:lnSpc>
                <a:spcPct val="95000"/>
              </a:lnSpc>
              <a:spcBef>
                <a:spcPts val="900"/>
              </a:spcBef>
              <a:spcAft>
                <a:spcPts val="0"/>
              </a:spcAft>
              <a:buClr>
                <a:schemeClr val="accent6"/>
              </a:buClr>
              <a:buSzPts val="1220"/>
              <a:buFont typeface="DM Sans"/>
              <a:buChar char="●"/>
            </a:pPr>
            <a:r>
              <a:rPr b="0" i="0" lang="en" sz="1220" u="none" cap="none" strike="noStrike">
                <a:solidFill>
                  <a:schemeClr val="accent6"/>
                </a:solidFill>
                <a:latin typeface="DM Sans"/>
                <a:ea typeface="DM Sans"/>
                <a:cs typeface="DM Sans"/>
                <a:sym typeface="DM Sans"/>
              </a:rPr>
              <a:t>Getting high-performing all-rounders is also recommended and can be the difference between winning and losing the match.</a:t>
            </a:r>
            <a:endParaRPr b="0" i="0" sz="1220" u="none" cap="none" strike="noStrike">
              <a:solidFill>
                <a:schemeClr val="accent6"/>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pic>
        <p:nvPicPr>
          <p:cNvPr descr="Thank You, Hand, Leave, Pen, Paper, human hand, human body part ..." id="641" name="Google Shape;641;p27"/>
          <p:cNvPicPr preferRelativeResize="0"/>
          <p:nvPr/>
        </p:nvPicPr>
        <p:blipFill rotWithShape="1">
          <a:blip r:embed="rId3">
            <a:alphaModFix/>
          </a:blip>
          <a:srcRect b="0" l="0" r="0" t="0"/>
          <a:stretch/>
        </p:blipFill>
        <p:spPr>
          <a:xfrm>
            <a:off x="1497800" y="761300"/>
            <a:ext cx="6148401" cy="3284900"/>
          </a:xfrm>
          <a:prstGeom prst="rect">
            <a:avLst/>
          </a:prstGeom>
          <a:noFill/>
          <a:ln>
            <a:noFill/>
          </a:ln>
        </p:spPr>
      </p:pic>
      <p:sp>
        <p:nvSpPr>
          <p:cNvPr id="642" name="Google Shape;642;p27"/>
          <p:cNvSpPr txBox="1"/>
          <p:nvPr/>
        </p:nvSpPr>
        <p:spPr>
          <a:xfrm>
            <a:off x="5394900" y="4551350"/>
            <a:ext cx="3749100" cy="59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DM Sans"/>
                <a:ea typeface="DM Sans"/>
                <a:cs typeface="DM Sans"/>
                <a:sym typeface="DM Sans"/>
              </a:rPr>
              <a:t>KIRAN KUMAR PRADHAN..</a:t>
            </a:r>
            <a:endParaRPr b="1" i="0" sz="1800" u="none" cap="none" strike="noStrike">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